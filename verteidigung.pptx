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91" r:id="rId1"/>
  </p:sldMasterIdLst>
  <p:notesMasterIdLst>
    <p:notesMasterId r:id="rId24"/>
  </p:notesMasterIdLst>
  <p:handoutMasterIdLst>
    <p:handoutMasterId r:id="rId25"/>
  </p:handoutMasterIdLst>
  <p:sldIdLst>
    <p:sldId id="256" r:id="rId2"/>
    <p:sldId id="319" r:id="rId3"/>
    <p:sldId id="333" r:id="rId4"/>
    <p:sldId id="330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25" r:id="rId13"/>
    <p:sldId id="328" r:id="rId14"/>
    <p:sldId id="329" r:id="rId15"/>
    <p:sldId id="326" r:id="rId16"/>
    <p:sldId id="327" r:id="rId17"/>
    <p:sldId id="324" r:id="rId18"/>
    <p:sldId id="323" r:id="rId19"/>
    <p:sldId id="322" r:id="rId20"/>
    <p:sldId id="331" r:id="rId21"/>
    <p:sldId id="321" r:id="rId22"/>
    <p:sldId id="320" r:id="rId23"/>
  </p:sldIdLst>
  <p:sldSz cx="12192000" cy="6858000"/>
  <p:notesSz cx="6858000" cy="9144000"/>
  <p:embeddedFontLst>
    <p:embeddedFont>
      <p:font typeface="Cambria Math" panose="02040503050406030204" pitchFamily="18" charset="0"/>
      <p:regular r:id="rId26"/>
    </p:embeddedFont>
    <p:embeddedFont>
      <p:font typeface="Open Sans" panose="020B0606030504020204" pitchFamily="34" charset="0"/>
      <p:regular r:id="rId27"/>
      <p:bold r:id="rId28"/>
      <p:italic r:id="rId29"/>
      <p:boldItalic r:id="rId30"/>
    </p:embeddedFont>
  </p:embeddedFontLst>
  <p:defaultTextStyle>
    <a:defPPr>
      <a:defRPr lang="de-DE"/>
    </a:defPPr>
    <a:lvl1pPr marL="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1pPr>
    <a:lvl2pPr marL="41148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2pPr>
    <a:lvl3pPr marL="82296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3pPr>
    <a:lvl4pPr marL="123444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4pPr>
    <a:lvl5pPr marL="164592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5pPr>
    <a:lvl6pPr marL="205740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6pPr>
    <a:lvl7pPr marL="246888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7pPr>
    <a:lvl8pPr marL="288036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8pPr>
    <a:lvl9pPr marL="329184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2939B5E8-EF71-43FF-B7B6-C3DB42F2B419}">
          <p14:sldIdLst>
            <p14:sldId id="256"/>
            <p14:sldId id="319"/>
            <p14:sldId id="333"/>
            <p14:sldId id="330"/>
            <p14:sldId id="335"/>
            <p14:sldId id="336"/>
            <p14:sldId id="337"/>
            <p14:sldId id="338"/>
            <p14:sldId id="339"/>
            <p14:sldId id="340"/>
            <p14:sldId id="341"/>
            <p14:sldId id="325"/>
            <p14:sldId id="328"/>
            <p14:sldId id="329"/>
            <p14:sldId id="326"/>
            <p14:sldId id="327"/>
            <p14:sldId id="324"/>
            <p14:sldId id="323"/>
            <p14:sldId id="322"/>
            <p14:sldId id="331"/>
            <p14:sldId id="321"/>
          </p14:sldIdLst>
        </p14:section>
        <p14:section name="Elemente des Corporate Design" id="{9B15DDF1-0A1C-4450-A2F2-FA4F67CF33BE}">
          <p14:sldIdLst>
            <p14:sldId id="320"/>
          </p14:sldIdLst>
        </p14:section>
        <p14:section name="weitere Beispielseiten mit Inhalten der TU Dresden" id="{AD708181-2670-4EDC-AA8D-5A3C3905AC8F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nöfel,Anja" initials="K" lastIdx="10" clrIdx="0">
    <p:extLst>
      <p:ext uri="{19B8F6BF-5375-455C-9EA6-DF929625EA0E}">
        <p15:presenceInfo xmlns:p15="http://schemas.microsoft.com/office/powerpoint/2012/main" userId="S-1-5-21-1982228756-150042506-1537001085-188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1719"/>
    <a:srgbClr val="DE2526"/>
    <a:srgbClr val="951B81"/>
    <a:srgbClr val="59358C"/>
    <a:srgbClr val="FFFFFF"/>
    <a:srgbClr val="0069B4"/>
    <a:srgbClr val="F2F2F2"/>
    <a:srgbClr val="000000"/>
    <a:srgbClr val="13A983"/>
    <a:srgbClr val="009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113A9D2-9D6B-4929-AA2D-F23B5EE8CBE7}" styleName="Designformatvorlage 2 - Akz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25E5076-3810-47DD-B79F-674D7AD40C01}" styleName="Dunkle Formatvorlage 1 - Akz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napToObjects="1">
      <p:cViewPr>
        <p:scale>
          <a:sx n="125" d="100"/>
          <a:sy n="125" d="100"/>
        </p:scale>
        <p:origin x="1592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>
        <p:scale>
          <a:sx n="161" d="100"/>
          <a:sy n="161" d="100"/>
        </p:scale>
        <p:origin x="4164" y="-1096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AC6211-610F-44E5-BF19-D3CDF6EDD281}" type="datetimeFigureOut">
              <a:rPr lang="de-DE" smtClean="0"/>
              <a:t>05.01.2026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61AA8-FB04-42D1-9939-D1A1356F8086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431560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7435D3-23A6-45D3-8DFA-7317DC1E7A64}" type="datetimeFigureOut">
              <a:rPr lang="de-DE" smtClean="0"/>
              <a:t>05.01.2026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9AC09-DF60-43F4-96BF-67D4D9A74094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3318259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_TUD_weiß-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48" y="330108"/>
            <a:ext cx="1468046" cy="544572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9751"/>
            <a:ext cx="1764000" cy="512044"/>
          </a:xfrm>
          <a:prstGeom prst="rect">
            <a:avLst/>
          </a:prstGeom>
        </p:spPr>
      </p:pic>
      <p:sp>
        <p:nvSpPr>
          <p:cNvPr id="13" name="Rechteck 12"/>
          <p:cNvSpPr/>
          <p:nvPr/>
        </p:nvSpPr>
        <p:spPr>
          <a:xfrm>
            <a:off x="0" y="1204912"/>
            <a:ext cx="12192000" cy="5653089"/>
          </a:xfrm>
          <a:prstGeom prst="rect">
            <a:avLst/>
          </a:prstGeom>
          <a:gradFill>
            <a:gsLst>
              <a:gs pos="14000">
                <a:schemeClr val="accent2"/>
              </a:gs>
              <a:gs pos="100000">
                <a:schemeClr val="accent1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8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692959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19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881437" cy="492443"/>
          </a:xfrm>
          <a:noFill/>
          <a:ln>
            <a:noFill/>
          </a:ln>
        </p:spPr>
        <p:txBody>
          <a:bodyPr wrap="none" lIns="0">
            <a:sp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20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5981697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 marL="0" indent="0" algn="l">
              <a:buNone/>
              <a:defRPr b="0">
                <a:solidFill>
                  <a:schemeClr val="bg1">
                    <a:alpha val="7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21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028966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22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694293" cy="492443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  <p:sp>
        <p:nvSpPr>
          <p:cNvPr id="23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602029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b="0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</p:spTree>
    <p:extLst>
      <p:ext uri="{BB962C8B-B14F-4D97-AF65-F5344CB8AC3E}">
        <p14:creationId xmlns:p14="http://schemas.microsoft.com/office/powerpoint/2010/main" val="1330912023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_TUD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/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pic>
        <p:nvPicPr>
          <p:cNvPr id="4" name="Grafik 3" descr="Logo. Acht unregelmäßige Dreiecksflächen sind, im Uhrzeigersinn zu einem regelmäßig achteckigen Ring angeordnet. Links daneben zweizeilig der Schriftzug &quot;DRESDEN concept" title="Logo Dresden concept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694" y="329323"/>
            <a:ext cx="1463906" cy="543600"/>
          </a:xfrm>
          <a:prstGeom prst="rect">
            <a:avLst/>
          </a:prstGeom>
        </p:spPr>
      </p:pic>
      <p:pic>
        <p:nvPicPr>
          <p:cNvPr id="3" name="Grafik 2" descr="Logo. Schriftzug &quot;Technische Universität Dresden&quot;. Links davon befindet sich ein Achteck, das in zwei Bereiche aufgeteilt ist, die zusammen die Buchstaben &quot;T&quot; und &quot;U&quot; ergeben." title="Logo der TU Dresden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9731"/>
            <a:ext cx="1765029" cy="514800"/>
          </a:xfrm>
          <a:prstGeom prst="rect">
            <a:avLst/>
          </a:prstGeom>
        </p:spPr>
      </p:pic>
      <p:sp>
        <p:nvSpPr>
          <p:cNvPr id="12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692959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881437" cy="492443"/>
          </a:xfrm>
          <a:noFill/>
          <a:ln>
            <a:noFill/>
          </a:ln>
        </p:spPr>
        <p:txBody>
          <a:bodyPr wrap="none" lIns="0">
            <a:sp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5981697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 marL="0" indent="0" algn="l">
              <a:buNone/>
              <a:defRPr b="0">
                <a:solidFill>
                  <a:schemeClr val="bg1">
                    <a:alpha val="7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6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028966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694293" cy="492443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602029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b="0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</p:spTree>
    <p:extLst>
      <p:ext uri="{BB962C8B-B14F-4D97-AF65-F5344CB8AC3E}">
        <p14:creationId xmlns:p14="http://schemas.microsoft.com/office/powerpoint/2010/main" val="1396564381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_TUD_blauverlau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/>
        </p:nvSpPr>
        <p:spPr>
          <a:xfrm>
            <a:off x="0" y="0"/>
            <a:ext cx="12192000" cy="6858001"/>
          </a:xfrm>
          <a:prstGeom prst="rect">
            <a:avLst/>
          </a:prstGeom>
          <a:gradFill>
            <a:gsLst>
              <a:gs pos="14000">
                <a:schemeClr val="accent2"/>
              </a:gs>
              <a:gs pos="100000">
                <a:schemeClr val="accent1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dirty="0"/>
          </a:p>
        </p:txBody>
      </p:sp>
      <p:sp>
        <p:nvSpPr>
          <p:cNvPr id="12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692959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881437" cy="492443"/>
          </a:xfrm>
          <a:noFill/>
          <a:ln>
            <a:noFill/>
          </a:ln>
        </p:spPr>
        <p:txBody>
          <a:bodyPr wrap="none" lIns="0">
            <a:sp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5981697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 marL="0" indent="0" algn="l">
              <a:buNone/>
              <a:defRPr b="0">
                <a:solidFill>
                  <a:schemeClr val="bg1">
                    <a:alpha val="7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6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028966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694293" cy="492443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602029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b="0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  <p:pic>
        <p:nvPicPr>
          <p:cNvPr id="19" name="Grafik 18" descr="Logo. Acht unregelmäßige Dreiecksflächen sind, im Uhrzeigersinn zu einem regelmäßig achteckigen Ring angeordnet. Links daneben zweizeilig der Schriftzug &quot;DRESDEN concept" title="Logo Dresden concept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694" y="329323"/>
            <a:ext cx="1463906" cy="543600"/>
          </a:xfrm>
          <a:prstGeom prst="rect">
            <a:avLst/>
          </a:prstGeom>
        </p:spPr>
      </p:pic>
      <p:pic>
        <p:nvPicPr>
          <p:cNvPr id="20" name="Grafik 19" descr="Logo. Schriftzug &quot;Technische Universität Dresden&quot;. Links davon befindet sich ein Achteck, das in zwei Bereiche aufgeteilt ist, die zusammen die Buchstaben &quot;T&quot; und &quot;U&quot; ergeben." title="Logo der TU Dresden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9731"/>
            <a:ext cx="1765029" cy="5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281077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_TUD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692959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881437" cy="492443"/>
          </a:xfrm>
          <a:noFill/>
          <a:ln>
            <a:noFill/>
          </a:ln>
        </p:spPr>
        <p:txBody>
          <a:bodyPr wrap="none" l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5981697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2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028966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3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694293" cy="492443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602029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  <p:pic>
        <p:nvPicPr>
          <p:cNvPr id="10" name="Grafik 9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48" y="330108"/>
            <a:ext cx="1468046" cy="544572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9751"/>
            <a:ext cx="1764000" cy="51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198478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elfolie_TUD_Foto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10" name="Bildplatzhalter 9" descr="Logo. Acht unregelmäßige Dreiecksflächen sind, im Uhrzeigersinn einen Farbverlauf von dunkelblau bis hellgrün ergebend, zu einem regelmäßig achteckigen Ring angeordnet. Links daneben zweizeilig der Schriftzug &quot;DRESDEN concept" title="Logo Dresden concept"/>
          <p:cNvSpPr>
            <a:spLocks noGrp="1"/>
          </p:cNvSpPr>
          <p:nvPr>
            <p:ph type="pic" sz="quarter" idx="16"/>
          </p:nvPr>
        </p:nvSpPr>
        <p:spPr>
          <a:xfrm>
            <a:off x="10405594" y="327901"/>
            <a:ext cx="1468800" cy="550800"/>
          </a:xfrm>
          <a:blipFill>
            <a:blip r:embed="rId2"/>
            <a:srcRect/>
            <a:stretch>
              <a:fillRect l="-493" r="-493"/>
            </a:stretch>
          </a:blipFill>
        </p:spPr>
        <p:txBody>
          <a:bodyPr/>
          <a:lstStyle>
            <a:lvl1pPr>
              <a:defRPr sz="100" b="0">
                <a:solidFill>
                  <a:schemeClr val="bg1"/>
                </a:solidFill>
              </a:defRPr>
            </a:lvl1pPr>
          </a:lstStyle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7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802014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6090752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2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138020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3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0334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711084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  <p:sp>
        <p:nvSpPr>
          <p:cNvPr id="5" name="Bildplatzhalter 4" descr="Logo. Schriftzug &quot;Technische Universität Dresden&quot;. Links davon befindet sich ein Achteck, das in zwei Bereiche aufgeteilt ist, die zusammen die Buchstaben &quot;T&quot; und &quot;U&quot; ergeben." title="Logo der TU Dresden"/>
          <p:cNvSpPr>
            <a:spLocks noGrp="1"/>
          </p:cNvSpPr>
          <p:nvPr>
            <p:ph type="pic" sz="quarter" idx="15"/>
          </p:nvPr>
        </p:nvSpPr>
        <p:spPr>
          <a:xfrm>
            <a:off x="286458" y="346075"/>
            <a:ext cx="1764000" cy="514800"/>
          </a:xfr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9" r="-29"/>
            </a:stretch>
          </a:blipFill>
        </p:spPr>
        <p:txBody>
          <a:bodyPr/>
          <a:lstStyle>
            <a:lvl1pPr>
              <a:defRPr sz="100" b="0">
                <a:solidFill>
                  <a:schemeClr val="bg1"/>
                </a:solidFill>
              </a:defRPr>
            </a:lvl1pPr>
          </a:lstStyle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11703687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elfolie_TUD_weiß+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16" name="Bildplatzhalter 9" descr="Logo. Acht unregelmäßige Dreiecksflächen sind, im Uhrzeigersinn einen Farbverlauf von dunkelblau bis hellgrün ergebend, zu einem regelmäßig achteckigen Ring angeordnet. Links daneben zweizeilig der Schriftzug &quot;DRESDEN concept" title="Logo Dresden concept"/>
          <p:cNvSpPr>
            <a:spLocks noGrp="1"/>
          </p:cNvSpPr>
          <p:nvPr>
            <p:ph type="pic" sz="quarter" idx="16"/>
          </p:nvPr>
        </p:nvSpPr>
        <p:spPr>
          <a:xfrm>
            <a:off x="10442465" y="328249"/>
            <a:ext cx="1468800" cy="550800"/>
          </a:xfrm>
          <a:blipFill>
            <a:blip r:embed="rId2"/>
            <a:srcRect/>
            <a:stretch>
              <a:fillRect l="-493" r="-493"/>
            </a:stretch>
          </a:blipFill>
        </p:spPr>
        <p:txBody>
          <a:bodyPr/>
          <a:lstStyle>
            <a:lvl1pPr>
              <a:defRPr sz="100" b="0">
                <a:solidFill>
                  <a:schemeClr val="bg1"/>
                </a:solidFill>
              </a:defRPr>
            </a:lvl1pPr>
          </a:lstStyle>
          <a:p>
            <a:endParaRPr lang="de-DE" sz="300" b="0" dirty="0"/>
          </a:p>
          <a:p>
            <a:endParaRPr lang="de-DE" sz="300" b="0" dirty="0"/>
          </a:p>
          <a:p>
            <a:endParaRPr lang="de-DE" dirty="0"/>
          </a:p>
        </p:txBody>
      </p:sp>
      <p:sp>
        <p:nvSpPr>
          <p:cNvPr id="17" name="Bildplatzhalter 4" descr="Logo. Schriftzug &quot;Technische Universität Dresden&quot;. Links davon befindet sich ein Achteck, das in zwei Bereiche aufgeteilt ist, die zusammen die Buchstaben &quot;T&quot; und &quot;U&quot; ergeben." title="Logo der TU Dresden"/>
          <p:cNvSpPr>
            <a:spLocks noGrp="1"/>
          </p:cNvSpPr>
          <p:nvPr>
            <p:ph type="pic" sz="quarter" idx="15"/>
          </p:nvPr>
        </p:nvSpPr>
        <p:spPr>
          <a:xfrm>
            <a:off x="290304" y="349731"/>
            <a:ext cx="1764000" cy="514800"/>
          </a:xfrm>
          <a:blipFill dpi="0" rotWithShape="1">
            <a:blip r:embed="rId3"/>
            <a:srcRect/>
            <a:stretch>
              <a:fillRect l="-29" r="-29"/>
            </a:stretch>
          </a:blipFill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endParaRPr lang="de-DE" dirty="0"/>
          </a:p>
          <a:p>
            <a:endParaRPr lang="de-DE" dirty="0"/>
          </a:p>
        </p:txBody>
      </p:sp>
      <p:sp>
        <p:nvSpPr>
          <p:cNvPr id="7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802014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6090752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2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138020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3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0334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711084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</p:spTree>
    <p:extLst>
      <p:ext uri="{BB962C8B-B14F-4D97-AF65-F5344CB8AC3E}">
        <p14:creationId xmlns:p14="http://schemas.microsoft.com/office/powerpoint/2010/main" val="3002802337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elfolie_TUD_Foto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4"/>
          </p:nvPr>
        </p:nvSpPr>
        <p:spPr>
          <a:xfrm>
            <a:off x="0" y="1204913"/>
            <a:ext cx="12192000" cy="565308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7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802014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6090752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2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138020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3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0334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711084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  <p:pic>
        <p:nvPicPr>
          <p:cNvPr id="19" name="Grafik 18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48" y="330108"/>
            <a:ext cx="1468046" cy="544572"/>
          </a:xfrm>
          <a:prstGeom prst="rect">
            <a:avLst/>
          </a:prstGeom>
        </p:spPr>
      </p:pic>
      <p:pic>
        <p:nvPicPr>
          <p:cNvPr id="20" name="Grafik 1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9751"/>
            <a:ext cx="1764000" cy="51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262892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elfolie_TUD_weiß-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/>
        </p:nvSpPr>
        <p:spPr>
          <a:xfrm>
            <a:off x="0" y="1204912"/>
            <a:ext cx="12192000" cy="5653089"/>
          </a:xfrm>
          <a:prstGeom prst="rect">
            <a:avLst/>
          </a:prstGeom>
          <a:gradFill>
            <a:gsLst>
              <a:gs pos="14000">
                <a:schemeClr val="accent5"/>
              </a:gs>
              <a:gs pos="100000">
                <a:schemeClr val="accent4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dirty="0"/>
          </a:p>
        </p:txBody>
      </p:sp>
      <p:sp>
        <p:nvSpPr>
          <p:cNvPr id="12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802014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6090752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6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138020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0334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  <p:sp>
        <p:nvSpPr>
          <p:cNvPr id="2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711084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  <p:pic>
        <p:nvPicPr>
          <p:cNvPr id="11" name="Grafik 10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48" y="330108"/>
            <a:ext cx="1468046" cy="544572"/>
          </a:xfrm>
          <a:prstGeom prst="rect">
            <a:avLst/>
          </a:prstGeom>
        </p:spPr>
      </p:pic>
      <p:pic>
        <p:nvPicPr>
          <p:cNvPr id="19" name="Grafik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9751"/>
            <a:ext cx="1764000" cy="51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00520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elfolie_TUD_weiß-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/>
        </p:nvSpPr>
        <p:spPr>
          <a:xfrm>
            <a:off x="0" y="1204912"/>
            <a:ext cx="12192000" cy="5653089"/>
          </a:xfrm>
          <a:prstGeom prst="rect">
            <a:avLst/>
          </a:prstGeom>
          <a:gradFill>
            <a:gsLst>
              <a:gs pos="14000">
                <a:srgbClr val="951B81"/>
              </a:gs>
              <a:gs pos="100000">
                <a:srgbClr val="59358C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dirty="0"/>
          </a:p>
        </p:txBody>
      </p:sp>
      <p:sp>
        <p:nvSpPr>
          <p:cNvPr id="12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802014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6090752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6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138020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0334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  <p:sp>
        <p:nvSpPr>
          <p:cNvPr id="2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711084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  <p:pic>
        <p:nvPicPr>
          <p:cNvPr id="11" name="Grafik 10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48" y="330108"/>
            <a:ext cx="1468046" cy="544572"/>
          </a:xfrm>
          <a:prstGeom prst="rect">
            <a:avLst/>
          </a:prstGeom>
        </p:spPr>
      </p:pic>
      <p:pic>
        <p:nvPicPr>
          <p:cNvPr id="19" name="Grafik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9751"/>
            <a:ext cx="1764000" cy="51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369740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elfolie_TUD_weiß-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/>
        </p:nvSpPr>
        <p:spPr>
          <a:xfrm>
            <a:off x="0" y="1204912"/>
            <a:ext cx="12192000" cy="5653089"/>
          </a:xfrm>
          <a:prstGeom prst="rect">
            <a:avLst/>
          </a:prstGeom>
          <a:gradFill>
            <a:gsLst>
              <a:gs pos="14000">
                <a:srgbClr val="DE2526"/>
              </a:gs>
              <a:gs pos="100000">
                <a:srgbClr val="CD1719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dirty="0"/>
          </a:p>
        </p:txBody>
      </p:sp>
      <p:sp>
        <p:nvSpPr>
          <p:cNvPr id="12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802014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6090752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6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138020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0334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  <p:sp>
        <p:nvSpPr>
          <p:cNvPr id="2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711084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  <p:pic>
        <p:nvPicPr>
          <p:cNvPr id="11" name="Grafik 10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48" y="330108"/>
            <a:ext cx="1468046" cy="544572"/>
          </a:xfrm>
          <a:prstGeom prst="rect">
            <a:avLst/>
          </a:prstGeom>
        </p:spPr>
      </p:pic>
      <p:pic>
        <p:nvPicPr>
          <p:cNvPr id="19" name="Grafik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9751"/>
            <a:ext cx="1764000" cy="51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499437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elfolie_TUD_weiß-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eck 13">
            <a:extLst>
              <a:ext uri="{FF2B5EF4-FFF2-40B4-BE49-F238E27FC236}">
                <a16:creationId xmlns:a16="http://schemas.microsoft.com/office/drawing/2014/main" id="{8D22BFAA-62C6-4AF7-A140-D9E9750A54AC}"/>
              </a:ext>
            </a:extLst>
          </p:cNvPr>
          <p:cNvSpPr/>
          <p:nvPr userDrawn="1"/>
        </p:nvSpPr>
        <p:spPr>
          <a:xfrm>
            <a:off x="3151994" y="2563831"/>
            <a:ext cx="9050720" cy="4317954"/>
          </a:xfrm>
          <a:custGeom>
            <a:avLst/>
            <a:gdLst>
              <a:gd name="connsiteX0" fmla="*/ 0 w 5904411"/>
              <a:gd name="connsiteY0" fmla="*/ 0 h 3967747"/>
              <a:gd name="connsiteX1" fmla="*/ 5904411 w 5904411"/>
              <a:gd name="connsiteY1" fmla="*/ 0 h 3967747"/>
              <a:gd name="connsiteX2" fmla="*/ 5904411 w 5904411"/>
              <a:gd name="connsiteY2" fmla="*/ 3967747 h 3967747"/>
              <a:gd name="connsiteX3" fmla="*/ 0 w 5904411"/>
              <a:gd name="connsiteY3" fmla="*/ 3967747 h 3967747"/>
              <a:gd name="connsiteX4" fmla="*/ 0 w 5904411"/>
              <a:gd name="connsiteY4" fmla="*/ 0 h 3967747"/>
              <a:gd name="connsiteX0" fmla="*/ 3590925 w 5904411"/>
              <a:gd name="connsiteY0" fmla="*/ 0 h 3967747"/>
              <a:gd name="connsiteX1" fmla="*/ 5904411 w 5904411"/>
              <a:gd name="connsiteY1" fmla="*/ 0 h 3967747"/>
              <a:gd name="connsiteX2" fmla="*/ 5904411 w 5904411"/>
              <a:gd name="connsiteY2" fmla="*/ 3967747 h 3967747"/>
              <a:gd name="connsiteX3" fmla="*/ 0 w 5904411"/>
              <a:gd name="connsiteY3" fmla="*/ 3967747 h 3967747"/>
              <a:gd name="connsiteX4" fmla="*/ 3590925 w 5904411"/>
              <a:gd name="connsiteY4" fmla="*/ 0 h 3967747"/>
              <a:gd name="connsiteX0" fmla="*/ 3857625 w 6171111"/>
              <a:gd name="connsiteY0" fmla="*/ 0 h 3967747"/>
              <a:gd name="connsiteX1" fmla="*/ 6171111 w 6171111"/>
              <a:gd name="connsiteY1" fmla="*/ 0 h 3967747"/>
              <a:gd name="connsiteX2" fmla="*/ 6171111 w 6171111"/>
              <a:gd name="connsiteY2" fmla="*/ 3967747 h 3967747"/>
              <a:gd name="connsiteX3" fmla="*/ 0 w 6171111"/>
              <a:gd name="connsiteY3" fmla="*/ 3958222 h 3967747"/>
              <a:gd name="connsiteX4" fmla="*/ 3857625 w 6171111"/>
              <a:gd name="connsiteY4" fmla="*/ 0 h 3967747"/>
              <a:gd name="connsiteX0" fmla="*/ 3952875 w 6171111"/>
              <a:gd name="connsiteY0" fmla="*/ 9525 h 3967747"/>
              <a:gd name="connsiteX1" fmla="*/ 6171111 w 6171111"/>
              <a:gd name="connsiteY1" fmla="*/ 0 h 3967747"/>
              <a:gd name="connsiteX2" fmla="*/ 6171111 w 6171111"/>
              <a:gd name="connsiteY2" fmla="*/ 3967747 h 3967747"/>
              <a:gd name="connsiteX3" fmla="*/ 0 w 6171111"/>
              <a:gd name="connsiteY3" fmla="*/ 3958222 h 3967747"/>
              <a:gd name="connsiteX4" fmla="*/ 3952875 w 6171111"/>
              <a:gd name="connsiteY4" fmla="*/ 9525 h 3967747"/>
              <a:gd name="connsiteX0" fmla="*/ 3925061 w 6171111"/>
              <a:gd name="connsiteY0" fmla="*/ 0 h 3972129"/>
              <a:gd name="connsiteX1" fmla="*/ 6171111 w 6171111"/>
              <a:gd name="connsiteY1" fmla="*/ 4382 h 3972129"/>
              <a:gd name="connsiteX2" fmla="*/ 6171111 w 6171111"/>
              <a:gd name="connsiteY2" fmla="*/ 3972129 h 3972129"/>
              <a:gd name="connsiteX3" fmla="*/ 0 w 6171111"/>
              <a:gd name="connsiteY3" fmla="*/ 3962604 h 3972129"/>
              <a:gd name="connsiteX4" fmla="*/ 3925061 w 6171111"/>
              <a:gd name="connsiteY4" fmla="*/ 0 h 3972129"/>
              <a:gd name="connsiteX0" fmla="*/ 3925061 w 6171111"/>
              <a:gd name="connsiteY0" fmla="*/ 381 h 3967747"/>
              <a:gd name="connsiteX1" fmla="*/ 6171111 w 6171111"/>
              <a:gd name="connsiteY1" fmla="*/ 0 h 3967747"/>
              <a:gd name="connsiteX2" fmla="*/ 6171111 w 6171111"/>
              <a:gd name="connsiteY2" fmla="*/ 3967747 h 3967747"/>
              <a:gd name="connsiteX3" fmla="*/ 0 w 6171111"/>
              <a:gd name="connsiteY3" fmla="*/ 3958222 h 3967747"/>
              <a:gd name="connsiteX4" fmla="*/ 3925061 w 6171111"/>
              <a:gd name="connsiteY4" fmla="*/ 381 h 3967747"/>
              <a:gd name="connsiteX0" fmla="*/ 3961821 w 6207871"/>
              <a:gd name="connsiteY0" fmla="*/ 381 h 3981196"/>
              <a:gd name="connsiteX1" fmla="*/ 6207871 w 6207871"/>
              <a:gd name="connsiteY1" fmla="*/ 0 h 3981196"/>
              <a:gd name="connsiteX2" fmla="*/ 6207871 w 6207871"/>
              <a:gd name="connsiteY2" fmla="*/ 3967747 h 3981196"/>
              <a:gd name="connsiteX3" fmla="*/ 0 w 6207871"/>
              <a:gd name="connsiteY3" fmla="*/ 3981196 h 3981196"/>
              <a:gd name="connsiteX4" fmla="*/ 3961821 w 6207871"/>
              <a:gd name="connsiteY4" fmla="*/ 381 h 3981196"/>
              <a:gd name="connsiteX0" fmla="*/ 3984796 w 6230846"/>
              <a:gd name="connsiteY0" fmla="*/ 381 h 3981196"/>
              <a:gd name="connsiteX1" fmla="*/ 6230846 w 6230846"/>
              <a:gd name="connsiteY1" fmla="*/ 0 h 3981196"/>
              <a:gd name="connsiteX2" fmla="*/ 6230846 w 6230846"/>
              <a:gd name="connsiteY2" fmla="*/ 3967747 h 3981196"/>
              <a:gd name="connsiteX3" fmla="*/ 0 w 6230846"/>
              <a:gd name="connsiteY3" fmla="*/ 3981196 h 3981196"/>
              <a:gd name="connsiteX4" fmla="*/ 3984796 w 6230846"/>
              <a:gd name="connsiteY4" fmla="*/ 381 h 3981196"/>
              <a:gd name="connsiteX0" fmla="*/ 3984796 w 8344852"/>
              <a:gd name="connsiteY0" fmla="*/ 381 h 3981196"/>
              <a:gd name="connsiteX1" fmla="*/ 8344852 w 8344852"/>
              <a:gd name="connsiteY1" fmla="*/ 0 h 3981196"/>
              <a:gd name="connsiteX2" fmla="*/ 6230846 w 8344852"/>
              <a:gd name="connsiteY2" fmla="*/ 3967747 h 3981196"/>
              <a:gd name="connsiteX3" fmla="*/ 0 w 8344852"/>
              <a:gd name="connsiteY3" fmla="*/ 3981196 h 3981196"/>
              <a:gd name="connsiteX4" fmla="*/ 3984796 w 8344852"/>
              <a:gd name="connsiteY4" fmla="*/ 381 h 3981196"/>
              <a:gd name="connsiteX0" fmla="*/ 3984796 w 8344852"/>
              <a:gd name="connsiteY0" fmla="*/ 381 h 3981196"/>
              <a:gd name="connsiteX1" fmla="*/ 8344852 w 8344852"/>
              <a:gd name="connsiteY1" fmla="*/ 0 h 3981196"/>
              <a:gd name="connsiteX2" fmla="*/ 8344852 w 8344852"/>
              <a:gd name="connsiteY2" fmla="*/ 3967748 h 3981196"/>
              <a:gd name="connsiteX3" fmla="*/ 0 w 8344852"/>
              <a:gd name="connsiteY3" fmla="*/ 3981196 h 3981196"/>
              <a:gd name="connsiteX4" fmla="*/ 3984796 w 8344852"/>
              <a:gd name="connsiteY4" fmla="*/ 381 h 3981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44852" h="3981196">
                <a:moveTo>
                  <a:pt x="3984796" y="381"/>
                </a:moveTo>
                <a:lnTo>
                  <a:pt x="8344852" y="0"/>
                </a:lnTo>
                <a:lnTo>
                  <a:pt x="8344852" y="3967748"/>
                </a:lnTo>
                <a:lnTo>
                  <a:pt x="0" y="3981196"/>
                </a:lnTo>
                <a:lnTo>
                  <a:pt x="3984796" y="381"/>
                </a:lnTo>
                <a:close/>
              </a:path>
            </a:pathLst>
          </a:custGeom>
          <a:solidFill>
            <a:schemeClr val="accent5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de-DE" dirty="0"/>
          </a:p>
        </p:txBody>
      </p:sp>
      <p:sp>
        <p:nvSpPr>
          <p:cNvPr id="19" name="Rechteck 9">
            <a:extLst>
              <a:ext uri="{FF2B5EF4-FFF2-40B4-BE49-F238E27FC236}">
                <a16:creationId xmlns:a16="http://schemas.microsoft.com/office/drawing/2014/main" id="{9FD71789-74E3-45C9-B1BA-98AEA75CF44C}"/>
              </a:ext>
            </a:extLst>
          </p:cNvPr>
          <p:cNvSpPr/>
          <p:nvPr userDrawn="1"/>
        </p:nvSpPr>
        <p:spPr>
          <a:xfrm>
            <a:off x="-1" y="3692352"/>
            <a:ext cx="9555747" cy="3185710"/>
          </a:xfrm>
          <a:custGeom>
            <a:avLst/>
            <a:gdLst>
              <a:gd name="connsiteX0" fmla="*/ 0 w 8810492"/>
              <a:gd name="connsiteY0" fmla="*/ 0 h 2937256"/>
              <a:gd name="connsiteX1" fmla="*/ 8810492 w 8810492"/>
              <a:gd name="connsiteY1" fmla="*/ 0 h 2937256"/>
              <a:gd name="connsiteX2" fmla="*/ 8810492 w 8810492"/>
              <a:gd name="connsiteY2" fmla="*/ 2937256 h 2937256"/>
              <a:gd name="connsiteX3" fmla="*/ 0 w 8810492"/>
              <a:gd name="connsiteY3" fmla="*/ 2937256 h 2937256"/>
              <a:gd name="connsiteX4" fmla="*/ 0 w 8810492"/>
              <a:gd name="connsiteY4" fmla="*/ 0 h 2937256"/>
              <a:gd name="connsiteX0" fmla="*/ 0 w 8810492"/>
              <a:gd name="connsiteY0" fmla="*/ 0 h 2937256"/>
              <a:gd name="connsiteX1" fmla="*/ 5858286 w 8810492"/>
              <a:gd name="connsiteY1" fmla="*/ 0 h 2937256"/>
              <a:gd name="connsiteX2" fmla="*/ 8810492 w 8810492"/>
              <a:gd name="connsiteY2" fmla="*/ 2937256 h 2937256"/>
              <a:gd name="connsiteX3" fmla="*/ 0 w 8810492"/>
              <a:gd name="connsiteY3" fmla="*/ 2937256 h 2937256"/>
              <a:gd name="connsiteX4" fmla="*/ 0 w 8810492"/>
              <a:gd name="connsiteY4" fmla="*/ 0 h 2937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10492" h="2937256">
                <a:moveTo>
                  <a:pt x="0" y="0"/>
                </a:moveTo>
                <a:lnTo>
                  <a:pt x="5858286" y="0"/>
                </a:lnTo>
                <a:lnTo>
                  <a:pt x="8810492" y="2937256"/>
                </a:lnTo>
                <a:lnTo>
                  <a:pt x="0" y="293725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de-DE" dirty="0"/>
              <a:t> </a:t>
            </a:r>
          </a:p>
        </p:txBody>
      </p:sp>
      <p:sp>
        <p:nvSpPr>
          <p:cNvPr id="20" name="Rechteck 8">
            <a:extLst>
              <a:ext uri="{FF2B5EF4-FFF2-40B4-BE49-F238E27FC236}">
                <a16:creationId xmlns:a16="http://schemas.microsoft.com/office/drawing/2014/main" id="{E0A106CA-E2A4-4455-BD1E-8B7BA6CDC669}"/>
              </a:ext>
            </a:extLst>
          </p:cNvPr>
          <p:cNvSpPr/>
          <p:nvPr userDrawn="1"/>
        </p:nvSpPr>
        <p:spPr>
          <a:xfrm>
            <a:off x="-709" y="2302249"/>
            <a:ext cx="6020777" cy="4581946"/>
          </a:xfrm>
          <a:custGeom>
            <a:avLst/>
            <a:gdLst>
              <a:gd name="connsiteX0" fmla="*/ 0 w 3587931"/>
              <a:gd name="connsiteY0" fmla="*/ 0 h 5307874"/>
              <a:gd name="connsiteX1" fmla="*/ 3587931 w 3587931"/>
              <a:gd name="connsiteY1" fmla="*/ 0 h 5307874"/>
              <a:gd name="connsiteX2" fmla="*/ 3587931 w 3587931"/>
              <a:gd name="connsiteY2" fmla="*/ 5307874 h 5307874"/>
              <a:gd name="connsiteX3" fmla="*/ 0 w 3587931"/>
              <a:gd name="connsiteY3" fmla="*/ 5307874 h 5307874"/>
              <a:gd name="connsiteX4" fmla="*/ 0 w 3587931"/>
              <a:gd name="connsiteY4" fmla="*/ 0 h 5307874"/>
              <a:gd name="connsiteX0" fmla="*/ 0 w 3587931"/>
              <a:gd name="connsiteY0" fmla="*/ 0 h 5307874"/>
              <a:gd name="connsiteX1" fmla="*/ 3587931 w 3587931"/>
              <a:gd name="connsiteY1" fmla="*/ 0 h 5307874"/>
              <a:gd name="connsiteX2" fmla="*/ 3587931 w 3587931"/>
              <a:gd name="connsiteY2" fmla="*/ 3657600 h 5307874"/>
              <a:gd name="connsiteX3" fmla="*/ 3587931 w 3587931"/>
              <a:gd name="connsiteY3" fmla="*/ 5307874 h 5307874"/>
              <a:gd name="connsiteX4" fmla="*/ 0 w 3587931"/>
              <a:gd name="connsiteY4" fmla="*/ 5307874 h 5307874"/>
              <a:gd name="connsiteX5" fmla="*/ 0 w 3587931"/>
              <a:gd name="connsiteY5" fmla="*/ 0 h 5307874"/>
              <a:gd name="connsiteX0" fmla="*/ 0 w 3587931"/>
              <a:gd name="connsiteY0" fmla="*/ 0 h 5307874"/>
              <a:gd name="connsiteX1" fmla="*/ 1463039 w 3587931"/>
              <a:gd name="connsiteY1" fmla="*/ 1445623 h 5307874"/>
              <a:gd name="connsiteX2" fmla="*/ 3587931 w 3587931"/>
              <a:gd name="connsiteY2" fmla="*/ 3657600 h 5307874"/>
              <a:gd name="connsiteX3" fmla="*/ 3587931 w 3587931"/>
              <a:gd name="connsiteY3" fmla="*/ 5307874 h 5307874"/>
              <a:gd name="connsiteX4" fmla="*/ 0 w 3587931"/>
              <a:gd name="connsiteY4" fmla="*/ 5307874 h 5307874"/>
              <a:gd name="connsiteX5" fmla="*/ 0 w 3587931"/>
              <a:gd name="connsiteY5" fmla="*/ 0 h 5307874"/>
              <a:gd name="connsiteX0" fmla="*/ 0 w 3622765"/>
              <a:gd name="connsiteY0" fmla="*/ 0 h 5307874"/>
              <a:gd name="connsiteX1" fmla="*/ 1463039 w 3622765"/>
              <a:gd name="connsiteY1" fmla="*/ 1445623 h 5307874"/>
              <a:gd name="connsiteX2" fmla="*/ 3622765 w 3622765"/>
              <a:gd name="connsiteY2" fmla="*/ 3614057 h 5307874"/>
              <a:gd name="connsiteX3" fmla="*/ 3587931 w 3622765"/>
              <a:gd name="connsiteY3" fmla="*/ 5307874 h 5307874"/>
              <a:gd name="connsiteX4" fmla="*/ 0 w 3622765"/>
              <a:gd name="connsiteY4" fmla="*/ 5307874 h 5307874"/>
              <a:gd name="connsiteX5" fmla="*/ 0 w 3622765"/>
              <a:gd name="connsiteY5" fmla="*/ 0 h 5307874"/>
              <a:gd name="connsiteX0" fmla="*/ 0 w 3622765"/>
              <a:gd name="connsiteY0" fmla="*/ 0 h 5307874"/>
              <a:gd name="connsiteX1" fmla="*/ 1463039 w 3622765"/>
              <a:gd name="connsiteY1" fmla="*/ 1445623 h 5307874"/>
              <a:gd name="connsiteX2" fmla="*/ 3622765 w 3622765"/>
              <a:gd name="connsiteY2" fmla="*/ 3614057 h 5307874"/>
              <a:gd name="connsiteX3" fmla="*/ 3622765 w 3622765"/>
              <a:gd name="connsiteY3" fmla="*/ 5307874 h 5307874"/>
              <a:gd name="connsiteX4" fmla="*/ 0 w 3622765"/>
              <a:gd name="connsiteY4" fmla="*/ 5307874 h 5307874"/>
              <a:gd name="connsiteX5" fmla="*/ 0 w 3622765"/>
              <a:gd name="connsiteY5" fmla="*/ 0 h 5307874"/>
              <a:gd name="connsiteX0" fmla="*/ 0 w 3622765"/>
              <a:gd name="connsiteY0" fmla="*/ 0 h 5307874"/>
              <a:gd name="connsiteX1" fmla="*/ 1463039 w 3622765"/>
              <a:gd name="connsiteY1" fmla="*/ 1445623 h 5307874"/>
              <a:gd name="connsiteX2" fmla="*/ 3578520 w 3622765"/>
              <a:gd name="connsiteY2" fmla="*/ 3614057 h 5307874"/>
              <a:gd name="connsiteX3" fmla="*/ 3622765 w 3622765"/>
              <a:gd name="connsiteY3" fmla="*/ 5307874 h 5307874"/>
              <a:gd name="connsiteX4" fmla="*/ 0 w 3622765"/>
              <a:gd name="connsiteY4" fmla="*/ 5307874 h 5307874"/>
              <a:gd name="connsiteX5" fmla="*/ 0 w 3622765"/>
              <a:gd name="connsiteY5" fmla="*/ 0 h 5307874"/>
              <a:gd name="connsiteX0" fmla="*/ 0 w 3593268"/>
              <a:gd name="connsiteY0" fmla="*/ 0 h 5307874"/>
              <a:gd name="connsiteX1" fmla="*/ 1463039 w 3593268"/>
              <a:gd name="connsiteY1" fmla="*/ 1445623 h 5307874"/>
              <a:gd name="connsiteX2" fmla="*/ 3578520 w 3593268"/>
              <a:gd name="connsiteY2" fmla="*/ 3614057 h 5307874"/>
              <a:gd name="connsiteX3" fmla="*/ 3593268 w 3593268"/>
              <a:gd name="connsiteY3" fmla="*/ 5307874 h 5307874"/>
              <a:gd name="connsiteX4" fmla="*/ 0 w 3593268"/>
              <a:gd name="connsiteY4" fmla="*/ 5307874 h 5307874"/>
              <a:gd name="connsiteX5" fmla="*/ 0 w 3593268"/>
              <a:gd name="connsiteY5" fmla="*/ 0 h 5307874"/>
              <a:gd name="connsiteX0" fmla="*/ 0 w 3578520"/>
              <a:gd name="connsiteY0" fmla="*/ 0 h 5307874"/>
              <a:gd name="connsiteX1" fmla="*/ 1463039 w 3578520"/>
              <a:gd name="connsiteY1" fmla="*/ 1445623 h 5307874"/>
              <a:gd name="connsiteX2" fmla="*/ 3578520 w 3578520"/>
              <a:gd name="connsiteY2" fmla="*/ 3614057 h 5307874"/>
              <a:gd name="connsiteX3" fmla="*/ 3563771 w 3578520"/>
              <a:gd name="connsiteY3" fmla="*/ 5307874 h 5307874"/>
              <a:gd name="connsiteX4" fmla="*/ 0 w 3578520"/>
              <a:gd name="connsiteY4" fmla="*/ 5307874 h 5307874"/>
              <a:gd name="connsiteX5" fmla="*/ 0 w 3578520"/>
              <a:gd name="connsiteY5" fmla="*/ 0 h 5307874"/>
              <a:gd name="connsiteX0" fmla="*/ 0 w 3578520"/>
              <a:gd name="connsiteY0" fmla="*/ 0 h 5307874"/>
              <a:gd name="connsiteX1" fmla="*/ 1463039 w 3578520"/>
              <a:gd name="connsiteY1" fmla="*/ 1445623 h 5307874"/>
              <a:gd name="connsiteX2" fmla="*/ 3578520 w 3578520"/>
              <a:gd name="connsiteY2" fmla="*/ 3614057 h 5307874"/>
              <a:gd name="connsiteX3" fmla="*/ 3571146 w 3578520"/>
              <a:gd name="connsiteY3" fmla="*/ 5307874 h 5307874"/>
              <a:gd name="connsiteX4" fmla="*/ 0 w 3578520"/>
              <a:gd name="connsiteY4" fmla="*/ 5307874 h 5307874"/>
              <a:gd name="connsiteX5" fmla="*/ 0 w 3578520"/>
              <a:gd name="connsiteY5" fmla="*/ 0 h 5307874"/>
              <a:gd name="connsiteX0" fmla="*/ 0 w 3578520"/>
              <a:gd name="connsiteY0" fmla="*/ 0 h 5307874"/>
              <a:gd name="connsiteX1" fmla="*/ 1463039 w 3578520"/>
              <a:gd name="connsiteY1" fmla="*/ 1445623 h 5307874"/>
              <a:gd name="connsiteX2" fmla="*/ 3578520 w 3578520"/>
              <a:gd name="connsiteY2" fmla="*/ 3614057 h 5307874"/>
              <a:gd name="connsiteX3" fmla="*/ 3578520 w 3578520"/>
              <a:gd name="connsiteY3" fmla="*/ 5307874 h 5307874"/>
              <a:gd name="connsiteX4" fmla="*/ 0 w 3578520"/>
              <a:gd name="connsiteY4" fmla="*/ 5307874 h 5307874"/>
              <a:gd name="connsiteX5" fmla="*/ 0 w 3578520"/>
              <a:gd name="connsiteY5" fmla="*/ 0 h 5307874"/>
              <a:gd name="connsiteX0" fmla="*/ 0 w 3599785"/>
              <a:gd name="connsiteY0" fmla="*/ 0 h 3872478"/>
              <a:gd name="connsiteX1" fmla="*/ 1484304 w 3599785"/>
              <a:gd name="connsiteY1" fmla="*/ 10227 h 3872478"/>
              <a:gd name="connsiteX2" fmla="*/ 3599785 w 3599785"/>
              <a:gd name="connsiteY2" fmla="*/ 2178661 h 3872478"/>
              <a:gd name="connsiteX3" fmla="*/ 3599785 w 3599785"/>
              <a:gd name="connsiteY3" fmla="*/ 3872478 h 3872478"/>
              <a:gd name="connsiteX4" fmla="*/ 21265 w 3599785"/>
              <a:gd name="connsiteY4" fmla="*/ 3872478 h 3872478"/>
              <a:gd name="connsiteX5" fmla="*/ 0 w 3599785"/>
              <a:gd name="connsiteY5" fmla="*/ 0 h 3872478"/>
              <a:gd name="connsiteX0" fmla="*/ 0 w 3599785"/>
              <a:gd name="connsiteY0" fmla="*/ 0 h 4223352"/>
              <a:gd name="connsiteX1" fmla="*/ 1484304 w 3599785"/>
              <a:gd name="connsiteY1" fmla="*/ 10227 h 4223352"/>
              <a:gd name="connsiteX2" fmla="*/ 3599785 w 3599785"/>
              <a:gd name="connsiteY2" fmla="*/ 2178661 h 4223352"/>
              <a:gd name="connsiteX3" fmla="*/ 3589153 w 3599785"/>
              <a:gd name="connsiteY3" fmla="*/ 4223352 h 4223352"/>
              <a:gd name="connsiteX4" fmla="*/ 21265 w 3599785"/>
              <a:gd name="connsiteY4" fmla="*/ 3872478 h 4223352"/>
              <a:gd name="connsiteX5" fmla="*/ 0 w 3599785"/>
              <a:gd name="connsiteY5" fmla="*/ 0 h 4223352"/>
              <a:gd name="connsiteX0" fmla="*/ 0 w 3599785"/>
              <a:gd name="connsiteY0" fmla="*/ 0 h 4223352"/>
              <a:gd name="connsiteX1" fmla="*/ 1484304 w 3599785"/>
              <a:gd name="connsiteY1" fmla="*/ 10227 h 4223352"/>
              <a:gd name="connsiteX2" fmla="*/ 3599785 w 3599785"/>
              <a:gd name="connsiteY2" fmla="*/ 2178661 h 4223352"/>
              <a:gd name="connsiteX3" fmla="*/ 3589153 w 3599785"/>
              <a:gd name="connsiteY3" fmla="*/ 4223352 h 4223352"/>
              <a:gd name="connsiteX4" fmla="*/ 0 w 3599785"/>
              <a:gd name="connsiteY4" fmla="*/ 4212720 h 4223352"/>
              <a:gd name="connsiteX5" fmla="*/ 0 w 3599785"/>
              <a:gd name="connsiteY5" fmla="*/ 0 h 4223352"/>
              <a:gd name="connsiteX0" fmla="*/ 0 w 3599785"/>
              <a:gd name="connsiteY0" fmla="*/ 7190 h 4230542"/>
              <a:gd name="connsiteX1" fmla="*/ 1484304 w 3599785"/>
              <a:gd name="connsiteY1" fmla="*/ 0 h 4230542"/>
              <a:gd name="connsiteX2" fmla="*/ 3599785 w 3599785"/>
              <a:gd name="connsiteY2" fmla="*/ 2185851 h 4230542"/>
              <a:gd name="connsiteX3" fmla="*/ 3589153 w 3599785"/>
              <a:gd name="connsiteY3" fmla="*/ 4230542 h 4230542"/>
              <a:gd name="connsiteX4" fmla="*/ 0 w 3599785"/>
              <a:gd name="connsiteY4" fmla="*/ 4219910 h 4230542"/>
              <a:gd name="connsiteX5" fmla="*/ 0 w 3599785"/>
              <a:gd name="connsiteY5" fmla="*/ 7190 h 4230542"/>
              <a:gd name="connsiteX0" fmla="*/ 0 w 3607160"/>
              <a:gd name="connsiteY0" fmla="*/ 14564 h 4230542"/>
              <a:gd name="connsiteX1" fmla="*/ 1491679 w 3607160"/>
              <a:gd name="connsiteY1" fmla="*/ 0 h 4230542"/>
              <a:gd name="connsiteX2" fmla="*/ 3607160 w 3607160"/>
              <a:gd name="connsiteY2" fmla="*/ 2185851 h 4230542"/>
              <a:gd name="connsiteX3" fmla="*/ 3596528 w 3607160"/>
              <a:gd name="connsiteY3" fmla="*/ 4230542 h 4230542"/>
              <a:gd name="connsiteX4" fmla="*/ 7375 w 3607160"/>
              <a:gd name="connsiteY4" fmla="*/ 4219910 h 4230542"/>
              <a:gd name="connsiteX5" fmla="*/ 0 w 3607160"/>
              <a:gd name="connsiteY5" fmla="*/ 14564 h 4230542"/>
              <a:gd name="connsiteX0" fmla="*/ 709 w 3600495"/>
              <a:gd name="connsiteY0" fmla="*/ 0 h 4407707"/>
              <a:gd name="connsiteX1" fmla="*/ 1485014 w 3600495"/>
              <a:gd name="connsiteY1" fmla="*/ 177165 h 4407707"/>
              <a:gd name="connsiteX2" fmla="*/ 3600495 w 3600495"/>
              <a:gd name="connsiteY2" fmla="*/ 2363016 h 4407707"/>
              <a:gd name="connsiteX3" fmla="*/ 3589863 w 3600495"/>
              <a:gd name="connsiteY3" fmla="*/ 4407707 h 4407707"/>
              <a:gd name="connsiteX4" fmla="*/ 710 w 3600495"/>
              <a:gd name="connsiteY4" fmla="*/ 4397075 h 4407707"/>
              <a:gd name="connsiteX5" fmla="*/ 709 w 3600495"/>
              <a:gd name="connsiteY5" fmla="*/ 0 h 4407707"/>
              <a:gd name="connsiteX0" fmla="*/ 709 w 3600495"/>
              <a:gd name="connsiteY0" fmla="*/ 0 h 4230727"/>
              <a:gd name="connsiteX1" fmla="*/ 1485014 w 3600495"/>
              <a:gd name="connsiteY1" fmla="*/ 185 h 4230727"/>
              <a:gd name="connsiteX2" fmla="*/ 3600495 w 3600495"/>
              <a:gd name="connsiteY2" fmla="*/ 2186036 h 4230727"/>
              <a:gd name="connsiteX3" fmla="*/ 3589863 w 3600495"/>
              <a:gd name="connsiteY3" fmla="*/ 4230727 h 4230727"/>
              <a:gd name="connsiteX4" fmla="*/ 710 w 3600495"/>
              <a:gd name="connsiteY4" fmla="*/ 4220095 h 4230727"/>
              <a:gd name="connsiteX5" fmla="*/ 709 w 3600495"/>
              <a:gd name="connsiteY5" fmla="*/ 0 h 4230727"/>
              <a:gd name="connsiteX0" fmla="*/ 709 w 5551215"/>
              <a:gd name="connsiteY0" fmla="*/ 0 h 4232550"/>
              <a:gd name="connsiteX1" fmla="*/ 1485014 w 5551215"/>
              <a:gd name="connsiteY1" fmla="*/ 185 h 4232550"/>
              <a:gd name="connsiteX2" fmla="*/ 5551215 w 5551215"/>
              <a:gd name="connsiteY2" fmla="*/ 4232550 h 4232550"/>
              <a:gd name="connsiteX3" fmla="*/ 3589863 w 5551215"/>
              <a:gd name="connsiteY3" fmla="*/ 4230727 h 4232550"/>
              <a:gd name="connsiteX4" fmla="*/ 710 w 5551215"/>
              <a:gd name="connsiteY4" fmla="*/ 4220095 h 4232550"/>
              <a:gd name="connsiteX5" fmla="*/ 709 w 5551215"/>
              <a:gd name="connsiteY5" fmla="*/ 0 h 4232550"/>
              <a:gd name="connsiteX0" fmla="*/ 709 w 5551215"/>
              <a:gd name="connsiteY0" fmla="*/ 0 h 4232550"/>
              <a:gd name="connsiteX1" fmla="*/ 1485014 w 5551215"/>
              <a:gd name="connsiteY1" fmla="*/ 185 h 4232550"/>
              <a:gd name="connsiteX2" fmla="*/ 5551215 w 5551215"/>
              <a:gd name="connsiteY2" fmla="*/ 4232550 h 4232550"/>
              <a:gd name="connsiteX3" fmla="*/ 710 w 5551215"/>
              <a:gd name="connsiteY3" fmla="*/ 4220095 h 4232550"/>
              <a:gd name="connsiteX4" fmla="*/ 709 w 5551215"/>
              <a:gd name="connsiteY4" fmla="*/ 0 h 4232550"/>
              <a:gd name="connsiteX0" fmla="*/ 709 w 5551215"/>
              <a:gd name="connsiteY0" fmla="*/ 0 h 4224599"/>
              <a:gd name="connsiteX1" fmla="*/ 1485014 w 5551215"/>
              <a:gd name="connsiteY1" fmla="*/ 185 h 4224599"/>
              <a:gd name="connsiteX2" fmla="*/ 5551215 w 5551215"/>
              <a:gd name="connsiteY2" fmla="*/ 4224599 h 4224599"/>
              <a:gd name="connsiteX3" fmla="*/ 710 w 5551215"/>
              <a:gd name="connsiteY3" fmla="*/ 4220095 h 4224599"/>
              <a:gd name="connsiteX4" fmla="*/ 709 w 5551215"/>
              <a:gd name="connsiteY4" fmla="*/ 0 h 4224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51215" h="4224599">
                <a:moveTo>
                  <a:pt x="709" y="0"/>
                </a:moveTo>
                <a:lnTo>
                  <a:pt x="1485014" y="185"/>
                </a:lnTo>
                <a:lnTo>
                  <a:pt x="5551215" y="4224599"/>
                </a:lnTo>
                <a:lnTo>
                  <a:pt x="710" y="4220095"/>
                </a:lnTo>
                <a:cubicBezTo>
                  <a:pt x="-1748" y="2818313"/>
                  <a:pt x="3167" y="1401782"/>
                  <a:pt x="709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de-DE" dirty="0"/>
          </a:p>
        </p:txBody>
      </p:sp>
      <p:sp>
        <p:nvSpPr>
          <p:cNvPr id="12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802014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6090752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6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138020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0334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  <p:sp>
        <p:nvSpPr>
          <p:cNvPr id="2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711084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  <p:pic>
        <p:nvPicPr>
          <p:cNvPr id="21" name="Grafik 20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48" y="330108"/>
            <a:ext cx="1468046" cy="544572"/>
          </a:xfrm>
          <a:prstGeom prst="rect">
            <a:avLst/>
          </a:prstGeom>
        </p:spPr>
      </p:pic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9751"/>
            <a:ext cx="1764000" cy="51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318043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el und ein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0"/>
          </p:nvPr>
        </p:nvSpPr>
        <p:spPr>
          <a:xfrm>
            <a:off x="874711" y="1484313"/>
            <a:ext cx="10580688" cy="4344987"/>
          </a:xfrm>
        </p:spPr>
        <p:txBody>
          <a:bodyPr/>
          <a:lstStyle>
            <a:lvl1pPr>
              <a:spcBef>
                <a:spcPts val="1200"/>
              </a:spcBef>
              <a:defRPr/>
            </a:lvl1pPr>
            <a:lvl3pPr>
              <a:spcBef>
                <a:spcPts val="1200"/>
              </a:spcBef>
              <a:defRPr/>
            </a:lvl3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3828119933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ein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5"/>
          <p:cNvSpPr>
            <a:spLocks noGrp="1"/>
          </p:cNvSpPr>
          <p:nvPr>
            <p:ph sz="quarter" idx="10" hasCustomPrompt="1"/>
          </p:nvPr>
        </p:nvSpPr>
        <p:spPr>
          <a:xfrm>
            <a:off x="874711" y="1341967"/>
            <a:ext cx="10580688" cy="4540277"/>
          </a:xfrm>
        </p:spPr>
        <p:txBody>
          <a:bodyPr/>
          <a:lstStyle>
            <a:lvl1pPr>
              <a:spcBef>
                <a:spcPts val="1200"/>
              </a:spcBef>
              <a:defRPr sz="2400" b="0"/>
            </a:lvl1pPr>
            <a:lvl3pPr>
              <a:spcBef>
                <a:spcPts val="1200"/>
              </a:spcBef>
              <a:defRPr/>
            </a:lvl3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51B65DF-A76A-6B22-FC71-8C4199A24F3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4711" y="374941"/>
            <a:ext cx="10580688" cy="526760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en-GB" dirty="0" err="1"/>
              <a:t>Slideüberschrift</a:t>
            </a:r>
            <a:endParaRPr lang="en-DE" dirty="0"/>
          </a:p>
        </p:txBody>
      </p:sp>
      <p:sp>
        <p:nvSpPr>
          <p:cNvPr id="7" name="Titel 3"/>
          <p:cNvSpPr>
            <a:spLocks noGrp="1"/>
          </p:cNvSpPr>
          <p:nvPr>
            <p:ph type="title" hasCustomPrompt="1"/>
          </p:nvPr>
        </p:nvSpPr>
        <p:spPr>
          <a:xfrm>
            <a:off x="8051471" y="6252784"/>
            <a:ext cx="3403928" cy="402070"/>
          </a:xfrm>
        </p:spPr>
        <p:txBody>
          <a:bodyPr/>
          <a:lstStyle>
            <a:lvl1pPr algn="r">
              <a:defRPr sz="2200" b="0" i="1"/>
            </a:lvl1pPr>
          </a:lstStyle>
          <a:p>
            <a:r>
              <a:rPr lang="de-DE" dirty="0"/>
              <a:t>Kapitel</a:t>
            </a:r>
          </a:p>
        </p:txBody>
      </p:sp>
    </p:spTree>
    <p:extLst>
      <p:ext uri="{BB962C8B-B14F-4D97-AF65-F5344CB8AC3E}">
        <p14:creationId xmlns:p14="http://schemas.microsoft.com/office/powerpoint/2010/main" val="1023948224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2 Inhalt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4"/>
          </p:nvPr>
        </p:nvSpPr>
        <p:spPr>
          <a:xfrm>
            <a:off x="874713" y="1481138"/>
            <a:ext cx="5195887" cy="436086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Inhaltsplatzhalter 3"/>
          <p:cNvSpPr>
            <a:spLocks noGrp="1"/>
          </p:cNvSpPr>
          <p:nvPr>
            <p:ph sz="quarter" idx="15"/>
          </p:nvPr>
        </p:nvSpPr>
        <p:spPr>
          <a:xfrm>
            <a:off x="6267450" y="1481138"/>
            <a:ext cx="5195887" cy="436086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7373242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6267449" y="1484314"/>
            <a:ext cx="5187950" cy="4344985"/>
          </a:xfrm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14"/>
          </p:nvPr>
        </p:nvSpPr>
        <p:spPr>
          <a:xfrm>
            <a:off x="874713" y="1484313"/>
            <a:ext cx="5195887" cy="4357687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170242763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8070849" y="1484314"/>
            <a:ext cx="3384549" cy="4344985"/>
          </a:xfrm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14"/>
          </p:nvPr>
        </p:nvSpPr>
        <p:spPr>
          <a:xfrm>
            <a:off x="874713" y="1484313"/>
            <a:ext cx="6999287" cy="4357687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39803747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 und Bild_qu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0" y="4101152"/>
            <a:ext cx="12191999" cy="2028186"/>
          </a:xfrm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14"/>
          </p:nvPr>
        </p:nvSpPr>
        <p:spPr>
          <a:xfrm>
            <a:off x="874713" y="1484313"/>
            <a:ext cx="10580687" cy="2398475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4580503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 und Bild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8070849" y="1484314"/>
            <a:ext cx="4121151" cy="4645024"/>
          </a:xfrm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14"/>
          </p:nvPr>
        </p:nvSpPr>
        <p:spPr>
          <a:xfrm>
            <a:off x="874713" y="1484313"/>
            <a:ext cx="6999287" cy="4357687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097579242"/>
      </p:ext>
    </p:extLst>
  </p:cSld>
  <p:clrMapOvr>
    <a:masterClrMapping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5"/>
            <a:ext cx="10580687" cy="68421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3"/>
          </p:nvPr>
        </p:nvSpPr>
        <p:spPr>
          <a:xfrm>
            <a:off x="874713" y="1481138"/>
            <a:ext cx="3398837" cy="436086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Inhaltsplatzhalter 3"/>
          <p:cNvSpPr>
            <a:spLocks noGrp="1"/>
          </p:cNvSpPr>
          <p:nvPr>
            <p:ph sz="quarter" idx="14"/>
          </p:nvPr>
        </p:nvSpPr>
        <p:spPr>
          <a:xfrm>
            <a:off x="4457699" y="1481138"/>
            <a:ext cx="3416301" cy="436086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Inhaltsplatzhalter 3"/>
          <p:cNvSpPr>
            <a:spLocks noGrp="1"/>
          </p:cNvSpPr>
          <p:nvPr>
            <p:ph sz="quarter" idx="15"/>
          </p:nvPr>
        </p:nvSpPr>
        <p:spPr>
          <a:xfrm>
            <a:off x="8070850" y="1481138"/>
            <a:ext cx="3384550" cy="436086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43359633"/>
      </p:ext>
    </p:extLst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und 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874711" y="1484313"/>
            <a:ext cx="4300539" cy="1332000"/>
          </a:xfrm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10" name="Bildplatzhalter 7"/>
          <p:cNvSpPr>
            <a:spLocks noGrp="1"/>
          </p:cNvSpPr>
          <p:nvPr>
            <p:ph type="pic" sz="quarter" idx="14"/>
          </p:nvPr>
        </p:nvSpPr>
        <p:spPr>
          <a:xfrm>
            <a:off x="874712" y="2943181"/>
            <a:ext cx="4300537" cy="1332000"/>
          </a:xfrm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11" name="Bildplatzhalter 7"/>
          <p:cNvSpPr>
            <a:spLocks noGrp="1"/>
          </p:cNvSpPr>
          <p:nvPr>
            <p:ph type="pic" sz="quarter" idx="15"/>
          </p:nvPr>
        </p:nvSpPr>
        <p:spPr>
          <a:xfrm>
            <a:off x="874710" y="4402050"/>
            <a:ext cx="4300537" cy="1427249"/>
          </a:xfrm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6"/>
          </p:nvPr>
        </p:nvSpPr>
        <p:spPr>
          <a:xfrm>
            <a:off x="5365750" y="1484313"/>
            <a:ext cx="6089650" cy="4357687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1138792"/>
      </p:ext>
    </p:extLst>
  </p:cSld>
  <p:clrMapOvr>
    <a:masterClrMapping/>
  </p:clrMapOvr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2 Titel und 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 txBox="1">
            <a:spLocks/>
          </p:cNvSpPr>
          <p:nvPr/>
        </p:nvSpPr>
        <p:spPr>
          <a:xfrm>
            <a:off x="6267450" y="368305"/>
            <a:ext cx="5046135" cy="66214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 baseline="0">
                <a:solidFill>
                  <a:schemeClr val="tx2"/>
                </a:solidFill>
                <a:latin typeface="Open Sans" panose="020B0606030504020204" pitchFamily="34" charset="0"/>
                <a:ea typeface="+mj-ea"/>
                <a:cs typeface="+mj-cs"/>
              </a:defRPr>
            </a:lvl1pPr>
          </a:lstStyle>
          <a:p>
            <a:r>
              <a:rPr lang="de-DE" sz="2400" dirty="0">
                <a:solidFill>
                  <a:schemeClr val="accent1"/>
                </a:solidFill>
              </a:rPr>
              <a:t>Titelmasterformat durch Klicken bearbeiten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874712" y="367507"/>
            <a:ext cx="5195887" cy="662781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2"/>
          </p:nvPr>
        </p:nvSpPr>
        <p:spPr>
          <a:xfrm>
            <a:off x="874713" y="1484313"/>
            <a:ext cx="5195887" cy="4357687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Inhaltsplatzhalter 3"/>
          <p:cNvSpPr>
            <a:spLocks noGrp="1"/>
          </p:cNvSpPr>
          <p:nvPr>
            <p:ph sz="quarter" idx="13"/>
          </p:nvPr>
        </p:nvSpPr>
        <p:spPr>
          <a:xfrm>
            <a:off x="6273895" y="1486586"/>
            <a:ext cx="5195887" cy="4357687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676531681"/>
      </p:ext>
    </p:extLst>
  </p:cSld>
  <p:clrMapOvr>
    <a:masterClrMapping/>
  </p:clrMapOvr>
  <p:hf hd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 und 18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9" name="Bildplatzhalter 2"/>
          <p:cNvSpPr>
            <a:spLocks noGrp="1"/>
          </p:cNvSpPr>
          <p:nvPr>
            <p:ph type="pic" sz="quarter" idx="10"/>
          </p:nvPr>
        </p:nvSpPr>
        <p:spPr>
          <a:xfrm>
            <a:off x="879785" y="1039484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20" name="Bildplatzhalter 2"/>
          <p:cNvSpPr>
            <a:spLocks noGrp="1"/>
          </p:cNvSpPr>
          <p:nvPr>
            <p:ph type="pic" sz="quarter" idx="11"/>
          </p:nvPr>
        </p:nvSpPr>
        <p:spPr>
          <a:xfrm>
            <a:off x="2579023" y="1039484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21" name="Bildplatzhalter 2"/>
          <p:cNvSpPr>
            <a:spLocks noGrp="1"/>
          </p:cNvSpPr>
          <p:nvPr>
            <p:ph type="pic" sz="quarter" idx="12"/>
          </p:nvPr>
        </p:nvSpPr>
        <p:spPr>
          <a:xfrm>
            <a:off x="4278261" y="1039484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22" name="Bildplatzhalter 2"/>
          <p:cNvSpPr>
            <a:spLocks noGrp="1"/>
          </p:cNvSpPr>
          <p:nvPr>
            <p:ph type="pic" sz="quarter" idx="13"/>
          </p:nvPr>
        </p:nvSpPr>
        <p:spPr>
          <a:xfrm>
            <a:off x="5977499" y="1039484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23" name="Bildplatzhalter 2"/>
          <p:cNvSpPr>
            <a:spLocks noGrp="1"/>
          </p:cNvSpPr>
          <p:nvPr>
            <p:ph type="pic" sz="quarter" idx="14"/>
          </p:nvPr>
        </p:nvSpPr>
        <p:spPr>
          <a:xfrm>
            <a:off x="7676735" y="1037468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24" name="Bildplatzhalter 2"/>
          <p:cNvSpPr>
            <a:spLocks noGrp="1"/>
          </p:cNvSpPr>
          <p:nvPr>
            <p:ph type="pic" sz="quarter" idx="15"/>
          </p:nvPr>
        </p:nvSpPr>
        <p:spPr>
          <a:xfrm>
            <a:off x="887333" y="274907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25" name="Bildplatzhalter 2"/>
          <p:cNvSpPr>
            <a:spLocks noGrp="1"/>
          </p:cNvSpPr>
          <p:nvPr>
            <p:ph type="pic" sz="quarter" idx="16"/>
          </p:nvPr>
        </p:nvSpPr>
        <p:spPr>
          <a:xfrm>
            <a:off x="2586571" y="274907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26" name="Bildplatzhalter 2"/>
          <p:cNvSpPr>
            <a:spLocks noGrp="1"/>
          </p:cNvSpPr>
          <p:nvPr>
            <p:ph type="pic" sz="quarter" idx="17"/>
          </p:nvPr>
        </p:nvSpPr>
        <p:spPr>
          <a:xfrm>
            <a:off x="4285809" y="274907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27" name="Bildplatzhalter 2"/>
          <p:cNvSpPr>
            <a:spLocks noGrp="1"/>
          </p:cNvSpPr>
          <p:nvPr>
            <p:ph type="pic" sz="quarter" idx="18"/>
          </p:nvPr>
        </p:nvSpPr>
        <p:spPr>
          <a:xfrm>
            <a:off x="5985047" y="274907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28" name="Bildplatzhalter 2"/>
          <p:cNvSpPr>
            <a:spLocks noGrp="1"/>
          </p:cNvSpPr>
          <p:nvPr>
            <p:ph type="pic" sz="quarter" idx="19"/>
          </p:nvPr>
        </p:nvSpPr>
        <p:spPr>
          <a:xfrm>
            <a:off x="7684283" y="2747059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29" name="Bildplatzhalter 2"/>
          <p:cNvSpPr>
            <a:spLocks noGrp="1"/>
          </p:cNvSpPr>
          <p:nvPr>
            <p:ph type="pic" sz="quarter" idx="20"/>
          </p:nvPr>
        </p:nvSpPr>
        <p:spPr>
          <a:xfrm>
            <a:off x="885829" y="444961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30" name="Bildplatzhalter 2"/>
          <p:cNvSpPr>
            <a:spLocks noGrp="1"/>
          </p:cNvSpPr>
          <p:nvPr>
            <p:ph type="pic" sz="quarter" idx="21"/>
          </p:nvPr>
        </p:nvSpPr>
        <p:spPr>
          <a:xfrm>
            <a:off x="2585067" y="444961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31" name="Bildplatzhalter 2"/>
          <p:cNvSpPr>
            <a:spLocks noGrp="1"/>
          </p:cNvSpPr>
          <p:nvPr>
            <p:ph type="pic" sz="quarter" idx="22"/>
          </p:nvPr>
        </p:nvSpPr>
        <p:spPr>
          <a:xfrm>
            <a:off x="4284305" y="444961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32" name="Bildplatzhalter 2"/>
          <p:cNvSpPr>
            <a:spLocks noGrp="1"/>
          </p:cNvSpPr>
          <p:nvPr>
            <p:ph type="pic" sz="quarter" idx="23"/>
          </p:nvPr>
        </p:nvSpPr>
        <p:spPr>
          <a:xfrm>
            <a:off x="5983543" y="444961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33" name="Bildplatzhalter 2"/>
          <p:cNvSpPr>
            <a:spLocks noGrp="1"/>
          </p:cNvSpPr>
          <p:nvPr>
            <p:ph type="pic" sz="quarter" idx="24"/>
          </p:nvPr>
        </p:nvSpPr>
        <p:spPr>
          <a:xfrm>
            <a:off x="7682779" y="4447599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34" name="Bildplatzhalter 2"/>
          <p:cNvSpPr>
            <a:spLocks noGrp="1"/>
          </p:cNvSpPr>
          <p:nvPr>
            <p:ph type="pic" sz="quarter" idx="25"/>
          </p:nvPr>
        </p:nvSpPr>
        <p:spPr>
          <a:xfrm>
            <a:off x="9385079" y="1037468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35" name="Bildplatzhalter 2"/>
          <p:cNvSpPr>
            <a:spLocks noGrp="1"/>
          </p:cNvSpPr>
          <p:nvPr>
            <p:ph type="pic" sz="quarter" idx="26"/>
          </p:nvPr>
        </p:nvSpPr>
        <p:spPr>
          <a:xfrm>
            <a:off x="9385079" y="2747059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36" name="Bildplatzhalter 2"/>
          <p:cNvSpPr>
            <a:spLocks noGrp="1"/>
          </p:cNvSpPr>
          <p:nvPr>
            <p:ph type="pic" sz="quarter" idx="27"/>
          </p:nvPr>
        </p:nvSpPr>
        <p:spPr>
          <a:xfrm>
            <a:off x="9383575" y="4447599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059847689"/>
      </p:ext>
    </p:extLst>
  </p:cSld>
  <p:clrMapOvr>
    <a:masterClrMapping/>
  </p:clrMapOvr>
  <p:hf hd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 und 8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879785" y="1030288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9" name="Bildplatzhalter 2"/>
          <p:cNvSpPr>
            <a:spLocks noGrp="1"/>
          </p:cNvSpPr>
          <p:nvPr>
            <p:ph type="pic" sz="quarter" idx="11"/>
          </p:nvPr>
        </p:nvSpPr>
        <p:spPr>
          <a:xfrm>
            <a:off x="3575257" y="1030288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10" name="Bildplatzhalter 2"/>
          <p:cNvSpPr>
            <a:spLocks noGrp="1"/>
          </p:cNvSpPr>
          <p:nvPr>
            <p:ph type="pic" sz="quarter" idx="12"/>
          </p:nvPr>
        </p:nvSpPr>
        <p:spPr>
          <a:xfrm>
            <a:off x="6270729" y="1030288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3"/>
          </p:nvPr>
        </p:nvSpPr>
        <p:spPr>
          <a:xfrm>
            <a:off x="8966200" y="1030288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12" name="Bildplatzhalter 2"/>
          <p:cNvSpPr>
            <a:spLocks noGrp="1"/>
          </p:cNvSpPr>
          <p:nvPr>
            <p:ph type="pic" sz="quarter" idx="14"/>
          </p:nvPr>
        </p:nvSpPr>
        <p:spPr>
          <a:xfrm>
            <a:off x="880142" y="3572347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13" name="Bildplatzhalter 2"/>
          <p:cNvSpPr>
            <a:spLocks noGrp="1"/>
          </p:cNvSpPr>
          <p:nvPr>
            <p:ph type="pic" sz="quarter" idx="15"/>
          </p:nvPr>
        </p:nvSpPr>
        <p:spPr>
          <a:xfrm>
            <a:off x="3575614" y="3572347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14" name="Bildplatzhalter 2"/>
          <p:cNvSpPr>
            <a:spLocks noGrp="1"/>
          </p:cNvSpPr>
          <p:nvPr>
            <p:ph type="pic" sz="quarter" idx="16"/>
          </p:nvPr>
        </p:nvSpPr>
        <p:spPr>
          <a:xfrm>
            <a:off x="6271086" y="3572347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15" name="Bildplatzhalter 2"/>
          <p:cNvSpPr>
            <a:spLocks noGrp="1"/>
          </p:cNvSpPr>
          <p:nvPr>
            <p:ph type="pic" sz="quarter" idx="17"/>
          </p:nvPr>
        </p:nvSpPr>
        <p:spPr>
          <a:xfrm>
            <a:off x="8966557" y="3572347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260595210"/>
      </p:ext>
    </p:extLst>
  </p:cSld>
  <p:clrMapOvr>
    <a:masterClrMapping/>
  </p:clrMapOvr>
  <p:hf hd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 und 6 Bilder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2"/>
          </p:nvPr>
        </p:nvSpPr>
        <p:spPr>
          <a:xfrm>
            <a:off x="9703" y="1057584"/>
            <a:ext cx="4050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14" name="Bildplatzhalter 2"/>
          <p:cNvSpPr>
            <a:spLocks noGrp="1"/>
          </p:cNvSpPr>
          <p:nvPr>
            <p:ph type="pic" sz="quarter" idx="13"/>
          </p:nvPr>
        </p:nvSpPr>
        <p:spPr>
          <a:xfrm>
            <a:off x="4081331" y="1057584"/>
            <a:ext cx="4050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15" name="Bildplatzhalter 2"/>
          <p:cNvSpPr>
            <a:spLocks noGrp="1"/>
          </p:cNvSpPr>
          <p:nvPr>
            <p:ph type="pic" sz="quarter" idx="14"/>
          </p:nvPr>
        </p:nvSpPr>
        <p:spPr>
          <a:xfrm>
            <a:off x="8152960" y="1057584"/>
            <a:ext cx="4050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16" name="Bildplatzhalter 2"/>
          <p:cNvSpPr>
            <a:spLocks noGrp="1"/>
          </p:cNvSpPr>
          <p:nvPr>
            <p:ph type="pic" sz="quarter" idx="15"/>
          </p:nvPr>
        </p:nvSpPr>
        <p:spPr>
          <a:xfrm>
            <a:off x="5151" y="3602514"/>
            <a:ext cx="4050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17" name="Bildplatzhalter 2"/>
          <p:cNvSpPr>
            <a:spLocks noGrp="1"/>
          </p:cNvSpPr>
          <p:nvPr>
            <p:ph type="pic" sz="quarter" idx="16"/>
          </p:nvPr>
        </p:nvSpPr>
        <p:spPr>
          <a:xfrm>
            <a:off x="4076779" y="3602514"/>
            <a:ext cx="4050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18" name="Bildplatzhalter 2"/>
          <p:cNvSpPr>
            <a:spLocks noGrp="1"/>
          </p:cNvSpPr>
          <p:nvPr>
            <p:ph type="pic" sz="quarter" idx="17"/>
          </p:nvPr>
        </p:nvSpPr>
        <p:spPr>
          <a:xfrm>
            <a:off x="8148408" y="3602514"/>
            <a:ext cx="4050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303458194"/>
      </p:ext>
    </p:extLst>
  </p:cSld>
  <p:clrMapOvr>
    <a:masterClrMapping/>
  </p:clrMapOvr>
  <p:hf hd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15000380"/>
      </p:ext>
    </p:extLst>
  </p:cSld>
  <p:clrMapOvr>
    <a:masterClrMapping/>
  </p:clrMapOvr>
  <p:hf hd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0"/>
          </p:nvPr>
        </p:nvSpPr>
        <p:spPr>
          <a:xfrm>
            <a:off x="0" y="1030288"/>
            <a:ext cx="12192000" cy="5099050"/>
          </a:xfrm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258956533"/>
      </p:ext>
    </p:extLst>
  </p:cSld>
  <p:clrMapOvr>
    <a:masterClrMapping/>
  </p:clrMapOvr>
  <p:hf hd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6"/>
            <a:ext cx="12192000" cy="6129331"/>
          </a:xfrm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679611084"/>
      </p:ext>
    </p:extLst>
  </p:cSld>
  <p:clrMapOvr>
    <a:masterClrMapping/>
  </p:clrMapOvr>
  <p:hf hd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0" y="2"/>
            <a:ext cx="12192000" cy="6129336"/>
          </a:xfrm>
          <a:prstGeom prst="rect">
            <a:avLst/>
          </a:prstGeom>
          <a:gradFill>
            <a:gsLst>
              <a:gs pos="14000">
                <a:schemeClr val="accent2"/>
              </a:gs>
              <a:gs pos="100000">
                <a:schemeClr val="accent1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dirty="0"/>
          </a:p>
        </p:txBody>
      </p:sp>
      <p:sp>
        <p:nvSpPr>
          <p:cNvPr id="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881437" cy="492443"/>
          </a:xfrm>
          <a:noFill/>
          <a:ln>
            <a:noFill/>
          </a:ln>
        </p:spPr>
        <p:txBody>
          <a:bodyPr wrap="none" lIns="0">
            <a:sp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694293" cy="492443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2470678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0" y="2"/>
            <a:ext cx="12192000" cy="6129336"/>
          </a:xfrm>
          <a:prstGeom prst="rect">
            <a:avLst/>
          </a:prstGeom>
          <a:gradFill>
            <a:gsLst>
              <a:gs pos="14000">
                <a:schemeClr val="accent2"/>
              </a:gs>
              <a:gs pos="100000">
                <a:schemeClr val="accent1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dirty="0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0334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059359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0" y="2"/>
            <a:ext cx="12192000" cy="6129336"/>
          </a:xfrm>
          <a:prstGeom prst="rect">
            <a:avLst/>
          </a:prstGeom>
          <a:gradFill>
            <a:gsLst>
              <a:gs pos="14000">
                <a:schemeClr val="accent5"/>
              </a:gs>
              <a:gs pos="100000">
                <a:schemeClr val="accent4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dirty="0"/>
          </a:p>
        </p:txBody>
      </p:sp>
      <p:sp>
        <p:nvSpPr>
          <p:cNvPr id="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881437" cy="492443"/>
          </a:xfrm>
          <a:noFill/>
          <a:ln>
            <a:noFill/>
          </a:ln>
        </p:spPr>
        <p:txBody>
          <a:bodyPr wrap="none" lIns="0">
            <a:sp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694293" cy="492443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428418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29338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0334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823237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74712" y="346075"/>
            <a:ext cx="10580687" cy="68421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Das ist eine Überschrift</a:t>
            </a:r>
            <a:br>
              <a:rPr lang="de-DE" dirty="0"/>
            </a:br>
            <a:r>
              <a:rPr lang="de-DE" dirty="0"/>
              <a:t>in zwei Zeilen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74712" y="1481138"/>
            <a:ext cx="10580687" cy="436086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Erste Textebene (16pt bis Ebene 4)</a:t>
            </a:r>
          </a:p>
          <a:p>
            <a:pPr lvl="1"/>
            <a:r>
              <a:rPr lang="de-DE" dirty="0"/>
              <a:t>Zweite Textebene für Aufzählungen</a:t>
            </a:r>
          </a:p>
          <a:p>
            <a:pPr lvl="2"/>
            <a:r>
              <a:rPr lang="de-DE" dirty="0"/>
              <a:t>Dritte Textebene bei viel Text (14pt)</a:t>
            </a:r>
          </a:p>
          <a:p>
            <a:pPr lvl="3"/>
            <a:r>
              <a:rPr lang="de-DE" dirty="0"/>
              <a:t>Vierte Textebene für Aufzählungen bei viel Text</a:t>
            </a:r>
          </a:p>
          <a:p>
            <a:pPr lvl="4"/>
            <a:r>
              <a:rPr lang="de-DE" dirty="0"/>
              <a:t>Fünfte Ebene (nachfolgend alles 14 </a:t>
            </a:r>
            <a:r>
              <a:rPr lang="de-DE" dirty="0" err="1"/>
              <a:t>pt</a:t>
            </a:r>
            <a:r>
              <a:rPr lang="de-DE" dirty="0"/>
              <a:t>)</a:t>
            </a:r>
          </a:p>
          <a:p>
            <a:pPr lvl="5"/>
            <a:r>
              <a:rPr lang="de-DE" dirty="0"/>
              <a:t>Sechste Textebene für Aufzählungen bei viel Text</a:t>
            </a:r>
          </a:p>
          <a:p>
            <a:pPr lvl="6"/>
            <a:r>
              <a:rPr lang="de-DE" dirty="0"/>
              <a:t>Siebte Textebene für Aufzählungen bei viel Text</a:t>
            </a:r>
          </a:p>
          <a:p>
            <a:pPr lvl="7"/>
            <a:r>
              <a:rPr lang="de-DE" dirty="0"/>
              <a:t>Achte Textebene für Aufzählungen bei viel Text</a:t>
            </a:r>
          </a:p>
          <a:p>
            <a:pPr lvl="8"/>
            <a:r>
              <a:rPr lang="de-DE" dirty="0"/>
              <a:t>Neunte Textebene für Aufzählungen bei viel Text</a:t>
            </a:r>
          </a:p>
          <a:p>
            <a:pPr lvl="5"/>
            <a:endParaRPr lang="de-DE" dirty="0"/>
          </a:p>
        </p:txBody>
      </p:sp>
      <p:sp>
        <p:nvSpPr>
          <p:cNvPr id="4" name="Textfeld 3"/>
          <p:cNvSpPr txBox="1"/>
          <p:nvPr userDrawn="1"/>
        </p:nvSpPr>
        <p:spPr>
          <a:xfrm>
            <a:off x="2477770" y="6319797"/>
            <a:ext cx="4485005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800" dirty="0">
                <a:solidFill>
                  <a:schemeClr val="tx2"/>
                </a:solidFill>
              </a:rPr>
              <a:t>Derivation and </a:t>
            </a:r>
            <a:r>
              <a:rPr lang="de-DE" sz="800" dirty="0" err="1">
                <a:solidFill>
                  <a:schemeClr val="tx2"/>
                </a:solidFill>
              </a:rPr>
              <a:t>study</a:t>
            </a:r>
            <a:r>
              <a:rPr lang="de-DE" sz="800" dirty="0">
                <a:solidFill>
                  <a:schemeClr val="tx2"/>
                </a:solidFill>
              </a:rPr>
              <a:t> </a:t>
            </a:r>
            <a:r>
              <a:rPr lang="de-DE" sz="800" dirty="0" err="1">
                <a:solidFill>
                  <a:schemeClr val="tx2"/>
                </a:solidFill>
              </a:rPr>
              <a:t>of</a:t>
            </a:r>
            <a:r>
              <a:rPr lang="de-DE" sz="800" dirty="0">
                <a:solidFill>
                  <a:schemeClr val="tx2"/>
                </a:solidFill>
              </a:rPr>
              <a:t> a non-</a:t>
            </a:r>
            <a:r>
              <a:rPr lang="de-DE" sz="800" dirty="0" err="1">
                <a:solidFill>
                  <a:schemeClr val="tx2"/>
                </a:solidFill>
              </a:rPr>
              <a:t>confluent</a:t>
            </a:r>
            <a:r>
              <a:rPr lang="de-DE" sz="800" dirty="0">
                <a:solidFill>
                  <a:schemeClr val="tx2"/>
                </a:solidFill>
              </a:rPr>
              <a:t> </a:t>
            </a:r>
            <a:r>
              <a:rPr lang="de-DE" sz="800" dirty="0" err="1">
                <a:solidFill>
                  <a:schemeClr val="tx2"/>
                </a:solidFill>
              </a:rPr>
              <a:t>model</a:t>
            </a:r>
            <a:r>
              <a:rPr lang="de-DE" sz="800" dirty="0">
                <a:solidFill>
                  <a:schemeClr val="tx2"/>
                </a:solidFill>
              </a:rPr>
              <a:t> </a:t>
            </a:r>
            <a:r>
              <a:rPr lang="de-DE" sz="800" dirty="0" err="1">
                <a:solidFill>
                  <a:schemeClr val="tx2"/>
                </a:solidFill>
              </a:rPr>
              <a:t>for</a:t>
            </a:r>
            <a:r>
              <a:rPr lang="de-DE" sz="800" dirty="0">
                <a:solidFill>
                  <a:schemeClr val="tx2"/>
                </a:solidFill>
              </a:rPr>
              <a:t> </a:t>
            </a:r>
            <a:r>
              <a:rPr lang="de-DE" sz="800" dirty="0" err="1">
                <a:solidFill>
                  <a:schemeClr val="tx2"/>
                </a:solidFill>
              </a:rPr>
              <a:t>deformable</a:t>
            </a:r>
            <a:r>
              <a:rPr lang="de-DE" sz="800" dirty="0">
                <a:solidFill>
                  <a:schemeClr val="tx2"/>
                </a:solidFill>
              </a:rPr>
              <a:t> </a:t>
            </a:r>
            <a:r>
              <a:rPr lang="de-DE" sz="800" dirty="0" err="1">
                <a:solidFill>
                  <a:schemeClr val="tx2"/>
                </a:solidFill>
              </a:rPr>
              <a:t>cells</a:t>
            </a:r>
            <a:endParaRPr lang="de-DE" sz="800" dirty="0">
              <a:solidFill>
                <a:schemeClr val="tx2"/>
              </a:solidFill>
            </a:endParaRPr>
          </a:p>
          <a:p>
            <a:pPr algn="l"/>
            <a:r>
              <a:rPr lang="de-DE" sz="800" baseline="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Institute </a:t>
            </a:r>
            <a:r>
              <a:rPr lang="de-DE" sz="800" baseline="0" dirty="0" err="1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</a:t>
            </a:r>
            <a:r>
              <a:rPr lang="de-DE" sz="800" baseline="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Scientific Computing</a:t>
            </a:r>
          </a:p>
          <a:p>
            <a:pPr algn="l"/>
            <a:r>
              <a:rPr lang="de-DE" sz="800" baseline="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12.01.2026</a:t>
            </a:r>
          </a:p>
        </p:txBody>
      </p:sp>
      <p:sp>
        <p:nvSpPr>
          <p:cNvPr id="12" name="Textfeld 11"/>
          <p:cNvSpPr txBox="1"/>
          <p:nvPr/>
        </p:nvSpPr>
        <p:spPr>
          <a:xfrm>
            <a:off x="7157720" y="6306444"/>
            <a:ext cx="704850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de-DE" sz="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de-DE" sz="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</a:t>
            </a:r>
            <a:r>
              <a:rPr lang="de-DE" sz="800" baseline="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fld id="{38F97D41-8991-4148-BA02-56FEE4AAF2CC}" type="slidenum">
              <a:rPr lang="de-DE" sz="800" baseline="0" smtClean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marL="0" marR="0" lvl="0" indent="0" algn="l" defTabSz="9142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de-DE" sz="800" baseline="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80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5" y="6334183"/>
            <a:ext cx="1116268" cy="32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890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904" r:id="rId2"/>
    <p:sldLayoutId id="2147483905" r:id="rId3"/>
    <p:sldLayoutId id="2147483893" r:id="rId4"/>
    <p:sldLayoutId id="2147483906" r:id="rId5"/>
    <p:sldLayoutId id="2147483907" r:id="rId6"/>
    <p:sldLayoutId id="2147483908" r:id="rId7"/>
    <p:sldLayoutId id="2147483909" r:id="rId8"/>
    <p:sldLayoutId id="2147483910" r:id="rId9"/>
    <p:sldLayoutId id="2147483911" r:id="rId10"/>
    <p:sldLayoutId id="2147483912" r:id="rId11"/>
    <p:sldLayoutId id="2147483894" r:id="rId12"/>
    <p:sldLayoutId id="2147483923" r:id="rId13"/>
    <p:sldLayoutId id="2147483913" r:id="rId14"/>
    <p:sldLayoutId id="2147483897" r:id="rId15"/>
    <p:sldLayoutId id="2147483914" r:id="rId16"/>
    <p:sldLayoutId id="2147483915" r:id="rId17"/>
    <p:sldLayoutId id="2147483916" r:id="rId18"/>
    <p:sldLayoutId id="2147483899" r:id="rId19"/>
    <p:sldLayoutId id="2147483896" r:id="rId20"/>
    <p:sldLayoutId id="2147483900" r:id="rId21"/>
    <p:sldLayoutId id="2147483901" r:id="rId22"/>
    <p:sldLayoutId id="2147483918" r:id="rId23"/>
    <p:sldLayoutId id="2147483919" r:id="rId24"/>
    <p:sldLayoutId id="2147483917" r:id="rId25"/>
    <p:sldLayoutId id="2147483902" r:id="rId26"/>
    <p:sldLayoutId id="2147483903" r:id="rId27"/>
    <p:sldLayoutId id="2147483895" r:id="rId28"/>
    <p:sldLayoutId id="2147483920" r:id="rId29"/>
    <p:sldLayoutId id="2147483921" r:id="rId30"/>
    <p:sldLayoutId id="2147483922" r:id="rId31"/>
  </p:sldLayoutIdLst>
  <p:hf hdr="0"/>
  <p:txStyles>
    <p:titleStyle>
      <a:lvl1pPr algn="l" defTabSz="914269" rtl="0" eaLnBrk="1" latinLnBrk="0" hangingPunct="1">
        <a:spcBef>
          <a:spcPct val="0"/>
        </a:spcBef>
        <a:buNone/>
        <a:defRPr sz="2400" b="1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269" rtl="0" eaLnBrk="1" latinLnBrk="0" hangingPunct="1">
        <a:spcBef>
          <a:spcPts val="600"/>
        </a:spcBef>
        <a:buFont typeface="Arial" panose="020B0604020202020204" pitchFamily="34" charset="0"/>
        <a:buNone/>
        <a:defRPr sz="1600" b="1" kern="1200">
          <a:solidFill>
            <a:schemeClr val="accent1"/>
          </a:solidFill>
          <a:latin typeface="+mn-lt"/>
          <a:ea typeface="+mn-ea"/>
          <a:cs typeface="+mn-cs"/>
        </a:defRPr>
      </a:lvl1pPr>
      <a:lvl2pPr marL="0" indent="0" algn="l" defTabSz="914269" rtl="0" eaLnBrk="1" latinLnBrk="0" hangingPunct="1">
        <a:spcBef>
          <a:spcPts val="600"/>
        </a:spcBef>
        <a:buFont typeface="Open Sans" panose="020B0606030504020204" pitchFamily="34" charset="0"/>
        <a:buNone/>
        <a:defRPr sz="16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252000" indent="-252000" algn="l" defTabSz="914269" rtl="0" eaLnBrk="1" latinLnBrk="0" hangingPunct="1">
        <a:spcBef>
          <a:spcPts val="0"/>
        </a:spcBef>
        <a:buFont typeface="Arial" panose="020B0604020202020204" pitchFamily="34" charset="0"/>
        <a:buChar char="—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252000" indent="-144000" algn="l" defTabSz="914269" rtl="0" eaLnBrk="1" latinLnBrk="0" hangingPunct="1">
        <a:spcBef>
          <a:spcPts val="0"/>
        </a:spcBef>
        <a:buFont typeface="Open Sans" panose="020B0606030504020204" pitchFamily="34" charset="0"/>
        <a:buChar char="–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0" indent="0" algn="l" defTabSz="914269" rtl="0" eaLnBrk="1" latinLnBrk="0" hangingPunct="1">
        <a:spcBef>
          <a:spcPts val="600"/>
        </a:spcBef>
        <a:spcAft>
          <a:spcPts val="0"/>
        </a:spcAft>
        <a:buFont typeface="Symbol" panose="05050102010706020507" pitchFamily="18" charset="2"/>
        <a:buNone/>
        <a:defRPr sz="1400" b="1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0" marR="0" indent="0" algn="l" defTabSz="914269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1400" b="0" kern="1200">
          <a:solidFill>
            <a:schemeClr val="accent1"/>
          </a:solidFill>
          <a:latin typeface="+mn-lt"/>
          <a:ea typeface="+mn-ea"/>
          <a:cs typeface="+mn-cs"/>
        </a:defRPr>
      </a:lvl6pPr>
      <a:lvl7pPr marL="252000" marR="0" indent="-252000" algn="l" defTabSz="914269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Char char="—"/>
        <a:tabLst/>
        <a:defRPr lang="de-DE" sz="1400" kern="1200" dirty="0" smtClean="0">
          <a:solidFill>
            <a:schemeClr val="accent1"/>
          </a:solidFill>
          <a:latin typeface="+mn-lt"/>
          <a:ea typeface="+mn-ea"/>
          <a:cs typeface="+mn-cs"/>
        </a:defRPr>
      </a:lvl7pPr>
      <a:lvl8pPr marL="252000" marR="0" indent="-144000" algn="l" defTabSz="914269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Open Sans" panose="020B0606030504020204" pitchFamily="34" charset="0"/>
        <a:buChar char="–"/>
        <a:tabLst/>
        <a:defRPr sz="1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396000" marR="0" indent="-144000" algn="l" defTabSz="914269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Wingdings" panose="05000000000000000000" pitchFamily="2" charset="2"/>
        <a:buChar char="§"/>
        <a:tabLst/>
        <a:defRPr sz="1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5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69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02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34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70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03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36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70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992">
          <p15:clr>
            <a:srgbClr val="F26B43"/>
          </p15:clr>
        </p15:guide>
        <p15:guide id="7" pos="1120">
          <p15:clr>
            <a:srgbClr val="F26B43"/>
          </p15:clr>
        </p15:guide>
        <p15:guide id="8" pos="1676">
          <p15:clr>
            <a:srgbClr val="F26B43"/>
          </p15:clr>
        </p15:guide>
        <p15:guide id="9" pos="1556">
          <p15:clr>
            <a:srgbClr val="F26B43"/>
          </p15:clr>
        </p15:guide>
        <p15:guide id="10" pos="2252">
          <p15:clr>
            <a:srgbClr val="F26B43"/>
          </p15:clr>
        </p15:guide>
        <p15:guide id="11" pos="2128">
          <p15:clr>
            <a:srgbClr val="F26B43"/>
          </p15:clr>
        </p15:guide>
        <p15:guide id="16" pos="3824">
          <p15:clr>
            <a:srgbClr val="F26B43"/>
          </p15:clr>
        </p15:guide>
        <p15:guide id="17" pos="3948">
          <p15:clr>
            <a:srgbClr val="F26B43"/>
          </p15:clr>
        </p15:guide>
        <p15:guide id="20" pos="4384">
          <p15:clr>
            <a:srgbClr val="F26B43"/>
          </p15:clr>
        </p15:guide>
        <p15:guide id="21" pos="4508">
          <p15:clr>
            <a:srgbClr val="F26B43"/>
          </p15:clr>
        </p15:guide>
        <p15:guide id="22" pos="6788" userDrawn="1">
          <p15:clr>
            <a:srgbClr val="F26B43"/>
          </p15:clr>
        </p15:guide>
        <p15:guide id="23" pos="6656">
          <p15:clr>
            <a:srgbClr val="F26B43"/>
          </p15:clr>
        </p15:guide>
        <p15:guide id="24" pos="4960">
          <p15:clr>
            <a:srgbClr val="F26B43"/>
          </p15:clr>
        </p15:guide>
        <p15:guide id="25" pos="5084">
          <p15:clr>
            <a:srgbClr val="F26B43"/>
          </p15:clr>
        </p15:guide>
        <p15:guide id="30" orient="horz" pos="538">
          <p15:clr>
            <a:srgbClr val="F26B43"/>
          </p15:clr>
        </p15:guide>
        <p15:guide id="31" pos="551">
          <p15:clr>
            <a:srgbClr val="F26B43"/>
          </p15:clr>
        </p15:guide>
        <p15:guide id="39" pos="6085" userDrawn="1">
          <p15:clr>
            <a:srgbClr val="F26B43"/>
          </p15:clr>
        </p15:guide>
        <p15:guide id="40" pos="6216">
          <p15:clr>
            <a:srgbClr val="F26B43"/>
          </p15:clr>
        </p15:guide>
        <p15:guide id="41" pos="2692">
          <p15:clr>
            <a:srgbClr val="F26B43"/>
          </p15:clr>
        </p15:guide>
        <p15:guide id="42" pos="2808">
          <p15:clr>
            <a:srgbClr val="F26B43"/>
          </p15:clr>
        </p15:guide>
        <p15:guide id="43" pos="3260">
          <p15:clr>
            <a:srgbClr val="F26B43"/>
          </p15:clr>
        </p15:guide>
        <p15:guide id="44" pos="3380">
          <p15:clr>
            <a:srgbClr val="F26B43"/>
          </p15:clr>
        </p15:guide>
        <p15:guide id="50" pos="5520">
          <p15:clr>
            <a:srgbClr val="F26B43"/>
          </p15:clr>
        </p15:guide>
        <p15:guide id="52" orient="horz" pos="933">
          <p15:clr>
            <a:srgbClr val="F26B43"/>
          </p15:clr>
        </p15:guide>
        <p15:guide id="53" orient="horz" pos="759">
          <p15:clr>
            <a:srgbClr val="F26B43"/>
          </p15:clr>
        </p15:guide>
        <p15:guide id="58" orient="horz" pos="218">
          <p15:clr>
            <a:srgbClr val="F26B43"/>
          </p15:clr>
        </p15:guide>
        <p15:guide id="59" orient="horz" pos="3680">
          <p15:clr>
            <a:srgbClr val="F26B43"/>
          </p15:clr>
        </p15:guide>
        <p15:guide id="60" orient="horz" pos="3861">
          <p15:clr>
            <a:srgbClr val="F26B43"/>
          </p15:clr>
        </p15:guide>
        <p15:guide id="62" orient="horz" pos="2130">
          <p15:clr>
            <a:srgbClr val="F26B43"/>
          </p15:clr>
        </p15:guide>
        <p15:guide id="65" pos="5648">
          <p15:clr>
            <a:srgbClr val="F26B43"/>
          </p15:clr>
        </p15:guide>
        <p15:guide id="66" orient="horz" pos="649">
          <p15:clr>
            <a:srgbClr val="F26B43"/>
          </p15:clr>
        </p15:guide>
        <p15:guide id="67" pos="7216">
          <p15:clr>
            <a:srgbClr val="F26B43"/>
          </p15:clr>
        </p15:guide>
        <p15:guide id="69" orient="horz" pos="3988">
          <p15:clr>
            <a:srgbClr val="F26B43"/>
          </p15:clr>
        </p15:guide>
        <p15:guide id="70" orient="horz" pos="4196">
          <p15:clr>
            <a:srgbClr val="F26B43"/>
          </p15:clr>
        </p15:guide>
        <p15:guide id="71" pos="318">
          <p15:clr>
            <a:srgbClr val="F26B43"/>
          </p15:clr>
        </p15:guide>
        <p15:guide id="72" orient="horz" pos="41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sz="quarter" idx="10"/>
          </p:nvPr>
        </p:nvSpPr>
        <p:spPr>
          <a:xfrm>
            <a:off x="882808" y="2852116"/>
            <a:ext cx="991362" cy="246221"/>
          </a:xfrm>
        </p:spPr>
        <p:txBody>
          <a:bodyPr/>
          <a:lstStyle/>
          <a:p>
            <a:r>
              <a:rPr lang="de-DE" dirty="0"/>
              <a:t>Tim Vogel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882771" y="3835706"/>
            <a:ext cx="9690153" cy="984885"/>
          </a:xfrm>
        </p:spPr>
        <p:txBody>
          <a:bodyPr/>
          <a:lstStyle/>
          <a:p>
            <a:r>
              <a:rPr lang="de-DE" dirty="0"/>
              <a:t>Derivation and </a:t>
            </a:r>
            <a:r>
              <a:rPr lang="de-DE" dirty="0" err="1"/>
              <a:t>study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 non-</a:t>
            </a:r>
            <a:r>
              <a:rPr lang="de-DE" dirty="0" err="1"/>
              <a:t>confluent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deformable</a:t>
            </a:r>
            <a:r>
              <a:rPr lang="de-DE" dirty="0"/>
              <a:t> </a:t>
            </a:r>
            <a:r>
              <a:rPr lang="de-DE" dirty="0" err="1"/>
              <a:t>cells</a:t>
            </a:r>
            <a:endParaRPr lang="de-DE" dirty="0"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1"/>
          </p:nvPr>
        </p:nvSpPr>
        <p:spPr>
          <a:xfrm>
            <a:off x="882808" y="3138045"/>
            <a:ext cx="3052118" cy="246221"/>
          </a:xfrm>
        </p:spPr>
        <p:txBody>
          <a:bodyPr/>
          <a:lstStyle/>
          <a:p>
            <a:r>
              <a:rPr lang="de-DE" dirty="0"/>
              <a:t>Institute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scientific</a:t>
            </a:r>
            <a:r>
              <a:rPr lang="de-DE" dirty="0"/>
              <a:t> </a:t>
            </a:r>
            <a:r>
              <a:rPr lang="de-DE" dirty="0" err="1"/>
              <a:t>computing</a:t>
            </a:r>
            <a:endParaRPr lang="de-DE" dirty="0"/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3"/>
          </p:nvPr>
        </p:nvSpPr>
        <p:spPr>
          <a:xfrm>
            <a:off x="882808" y="5312641"/>
            <a:ext cx="3382849" cy="246221"/>
          </a:xfrm>
        </p:spPr>
        <p:txBody>
          <a:bodyPr/>
          <a:lstStyle/>
          <a:p>
            <a:r>
              <a:rPr lang="en-US" dirty="0"/>
              <a:t>Master’s thesis defense, 12.01.2026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8022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BCC9E6-4101-4A3A-9C33-0EB8C950A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771" y="3835706"/>
            <a:ext cx="3514552" cy="492443"/>
          </a:xfrm>
        </p:spPr>
        <p:txBody>
          <a:bodyPr/>
          <a:lstStyle/>
          <a:p>
            <a:r>
              <a:rPr lang="de-DE" dirty="0"/>
              <a:t>Table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04755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246BF-A6E8-B139-9D26-4B018C029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70F7D4-EAC5-C547-E793-93D7AD3D9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821" y="540056"/>
            <a:ext cx="4398448" cy="492443"/>
          </a:xfrm>
        </p:spPr>
        <p:txBody>
          <a:bodyPr/>
          <a:lstStyle/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needed</a:t>
            </a:r>
            <a:r>
              <a:rPr lang="de-DE" dirty="0"/>
              <a:t> </a:t>
            </a:r>
            <a:r>
              <a:rPr lang="de-DE" dirty="0" err="1"/>
              <a:t>figures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FD4C831-CAA3-9476-06E2-B477D1A77190}"/>
              </a:ext>
            </a:extLst>
          </p:cNvPr>
          <p:cNvSpPr txBox="1"/>
          <p:nvPr/>
        </p:nvSpPr>
        <p:spPr>
          <a:xfrm>
            <a:off x="965200" y="1587500"/>
            <a:ext cx="10248900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bg1"/>
                </a:solidFill>
              </a:rPr>
              <a:t>DF model: figure of </a:t>
            </a:r>
            <a:r>
              <a:rPr lang="en-GB" dirty="0" err="1">
                <a:solidFill>
                  <a:schemeClr val="bg1"/>
                </a:solidFill>
              </a:rPr>
              <a:t>df</a:t>
            </a:r>
            <a:r>
              <a:rPr lang="en-GB" dirty="0">
                <a:solidFill>
                  <a:schemeClr val="bg1"/>
                </a:solidFill>
              </a:rPr>
              <a:t> cell: </a:t>
            </a:r>
          </a:p>
          <a:p>
            <a:pPr marL="697230" lvl="1" indent="-285750">
              <a:buFontTx/>
              <a:buChar char="-"/>
            </a:pPr>
            <a:r>
              <a:rPr lang="en-GB" dirty="0">
                <a:solidFill>
                  <a:schemeClr val="bg1"/>
                </a:solidFill>
              </a:rPr>
              <a:t>show positively </a:t>
            </a:r>
            <a:r>
              <a:rPr lang="en-GB" dirty="0" err="1">
                <a:solidFill>
                  <a:schemeClr val="bg1"/>
                </a:solidFill>
              </a:rPr>
              <a:t>orientad</a:t>
            </a:r>
            <a:r>
              <a:rPr lang="en-GB" dirty="0">
                <a:solidFill>
                  <a:schemeClr val="bg1"/>
                </a:solidFill>
              </a:rPr>
              <a:t>, simple polygon</a:t>
            </a:r>
          </a:p>
          <a:p>
            <a:pPr marL="697230" lvl="1" indent="-285750">
              <a:buFontTx/>
              <a:buChar char="-"/>
            </a:pPr>
            <a:r>
              <a:rPr lang="en-GB" dirty="0">
                <a:solidFill>
                  <a:schemeClr val="bg1"/>
                </a:solidFill>
              </a:rPr>
              <a:t>Give a pic at start of a sim</a:t>
            </a:r>
            <a:endParaRPr lang="en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508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33F1015-8A0F-082C-D181-73DD4D56F47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874711" y="1774816"/>
                <a:ext cx="4784409" cy="3776692"/>
              </a:xfrm>
            </p:spPr>
            <p:txBody>
              <a:bodyPr anchor="t"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400" b="0" dirty="0"/>
                  <a:t>A DF cell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en-GB" baseline="-25000" dirty="0"/>
                  <a:t>1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,…,</m:t>
                    </m:r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en-GB" sz="2400" b="0" i="1" baseline="-25000" dirty="0">
                    <a:latin typeface="Cambria Math" panose="02040503050406030204" pitchFamily="18" charset="0"/>
                  </a:rPr>
                  <a:t>Nv</a:t>
                </a:r>
                <a:r>
                  <a:rPr lang="en-GB" sz="2400" b="0" i="1" dirty="0">
                    <a:latin typeface="Cambria Math" panose="02040503050406030204" pitchFamily="18" charset="0"/>
                  </a:rPr>
                  <a:t>) </a:t>
                </a:r>
                <a:r>
                  <a:rPr lang="en-GB" dirty="0"/>
                  <a:t>is given by an ordered sequenc</a:t>
                </a:r>
                <a:r>
                  <a:rPr lang="en-GB" sz="2400" dirty="0"/>
                  <a:t>e of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𝑁𝑣</m:t>
                    </m:r>
                  </m:oMath>
                </a14:m>
                <a:r>
                  <a:rPr lang="en-GB" sz="2400" dirty="0"/>
                  <a:t> two-dimensional vertices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sz="2400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2400" b="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  <m:sup>
                        <m:r>
                          <a:rPr lang="en-GB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x</m:t>
                        </m:r>
                      </m:sup>
                    </m:sSubSup>
                    <m:r>
                      <a:rPr lang="en-GB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  <m:sup>
                        <m:r>
                          <a:rPr lang="en-GB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bSup>
                    <m:r>
                      <a:rPr lang="en-GB">
                        <a:latin typeface="Cambria Math" panose="02040503050406030204" pitchFamily="18" charset="0"/>
                      </a:rPr>
                      <m:t>), </m:t>
                    </m:r>
                  </m:oMath>
                </a14:m>
                <a:r>
                  <a:rPr lang="en-GB" sz="2400" dirty="0"/>
                  <a:t>such that the resulting polygon is simple and positively orientated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33F1015-8A0F-082C-D181-73DD4D56F4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874711" y="1774816"/>
                <a:ext cx="4784409" cy="3776692"/>
              </a:xfrm>
              <a:blipFill>
                <a:blip r:embed="rId2"/>
                <a:stretch>
                  <a:fillRect l="-3567" t="-3548" r="-496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8CB4283-7F7D-8776-3062-F1779065C3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Discrete form (DF) cell </a:t>
            </a:r>
          </a:p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574BC42-3363-9677-2F37-E3C54969F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DF model and dynamics</a:t>
            </a:r>
            <a:endParaRPr lang="en-DE" dirty="0"/>
          </a:p>
        </p:txBody>
      </p:sp>
      <p:pic>
        <p:nvPicPr>
          <p:cNvPr id="6" name="Grafik 5" descr="Ein Bild, das Diagramm, Screenshot, Text, Reihe enthält.&#10;&#10;KI-generierte Inhalte können fehlerhaft sein.">
            <a:extLst>
              <a:ext uri="{FF2B5EF4-FFF2-40B4-BE49-F238E27FC236}">
                <a16:creationId xmlns:a16="http://schemas.microsoft.com/office/drawing/2014/main" id="{C898F724-4FE0-0B4A-0CCF-DB37F1DD9A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4458" y="1830696"/>
            <a:ext cx="4146547" cy="377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524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738D0-5EF9-C9A1-2C51-FC5DAC0DA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1ADB95D-F934-9550-1084-59CE0FFCCC3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874711" y="1774816"/>
                <a:ext cx="7192329" cy="3776692"/>
              </a:xfrm>
            </p:spPr>
            <p:txBody>
              <a:bodyPr anchor="ctr"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400" b="0" dirty="0"/>
                  <a:t>Cell system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GB" i="1" dirty="0">
                    <a:latin typeface="Cambria Math" panose="02040503050406030204" pitchFamily="18" charset="0"/>
                  </a:rPr>
                  <a:t> =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GB" i="1">
                        <a:latin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𝑁𝑐</m:t>
                        </m:r>
                      </m:sup>
                    </m:sSubSup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𝑤𝑖𝑡h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𝑁𝑐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 smtClean="0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GB" dirty="0"/>
                  <a:t> cells </a:t>
                </a:r>
                <a:endParaRPr lang="en-GB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dirty="0"/>
                  <a:t>Each cell has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GB" sz="2400" dirty="0"/>
                  <a:t> vertices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=(</m:t>
                    </m:r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⃗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en-GB" i="1">
                        <a:latin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⃗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𝑁𝑣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GB" i="1" dirty="0">
                    <a:latin typeface="Cambria Math" panose="02040503050406030204" pitchFamily="18" charset="0"/>
                  </a:rPr>
                  <a:t>) </a:t>
                </a:r>
                <a:r>
                  <a:rPr lang="en-GB" dirty="0">
                    <a:latin typeface="Cambria Math" panose="02040503050406030204" pitchFamily="18" charset="0"/>
                  </a:rPr>
                  <a:t>and a desired shape given by the desired states</a:t>
                </a:r>
              </a:p>
              <a:p>
                <a:pPr marL="594900" lvl="2" indent="-342900">
                  <a:buFont typeface="Arial" panose="020B0604020202020204" pitchFamily="34" charset="0"/>
                  <a:buChar char="•"/>
                </a:pPr>
                <a:r>
                  <a:rPr lang="en-GB" sz="2200" dirty="0">
                    <a:latin typeface="Cambria Math" panose="02040503050406030204" pitchFamily="18" charset="0"/>
                  </a:rPr>
                  <a:t>cell area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GB" sz="22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2200" dirty="0">
                    <a:latin typeface="Cambria Math" panose="02040503050406030204" pitchFamily="18" charset="0"/>
                  </a:rPr>
                  <a:t>, </a:t>
                </a:r>
              </a:p>
              <a:p>
                <a:pPr marL="594900" lvl="2" indent="-342900">
                  <a:buFont typeface="Arial" panose="020B0604020202020204" pitchFamily="34" charset="0"/>
                  <a:buChar char="•"/>
                </a:pPr>
                <a:r>
                  <a:rPr lang="en-GB" sz="2200" dirty="0">
                    <a:latin typeface="Cambria Math" panose="02040503050406030204" pitchFamily="18" charset="0"/>
                  </a:rPr>
                  <a:t>length of all edges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GB" sz="220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𝑁𝑣</m:t>
                        </m:r>
                      </m:sup>
                    </m:sSup>
                  </m:oMath>
                </a14:m>
                <a:r>
                  <a:rPr lang="en-GB" sz="2200" dirty="0">
                    <a:latin typeface="Cambria Math" panose="02040503050406030204" pitchFamily="18" charset="0"/>
                  </a:rPr>
                  <a:t>,</a:t>
                </a:r>
              </a:p>
              <a:p>
                <a:pPr marL="594900" lvl="2" indent="-342900">
                  <a:buFont typeface="Arial" panose="020B0604020202020204" pitchFamily="34" charset="0"/>
                  <a:buChar char="•"/>
                </a:pPr>
                <a:r>
                  <a:rPr lang="en-GB" sz="2200" dirty="0">
                    <a:latin typeface="Cambria Math" panose="02040503050406030204" pitchFamily="18" charset="0"/>
                  </a:rPr>
                  <a:t>interior angles at all vertices</a:t>
                </a:r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GB" sz="2200" i="1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GB" sz="220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𝑁𝑣</m:t>
                        </m:r>
                      </m:sup>
                    </m:sSup>
                  </m:oMath>
                </a14:m>
                <a:r>
                  <a:rPr lang="en-GB" sz="2200" dirty="0">
                    <a:latin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1ADB95D-F934-9550-1084-59CE0FFCCC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874711" y="1774816"/>
                <a:ext cx="7192329" cy="3776692"/>
              </a:xfrm>
              <a:blipFill>
                <a:blip r:embed="rId2"/>
                <a:stretch>
                  <a:fillRect l="-237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D9BD608-A6BA-9368-3783-30575C5D12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DF simulation</a:t>
            </a:r>
          </a:p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80F22E0-444A-4C4A-09CE-1FA695C78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DF model and dynamics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1881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2DC9A-575D-9F11-3495-94507A206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BFA968-4EB3-9968-A515-2E391A7AF40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9630" y="1917056"/>
            <a:ext cx="10472739" cy="668664"/>
          </a:xfrm>
        </p:spPr>
        <p:txBody>
          <a:bodyPr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Cell dynamics are defined vertex wise via the SDE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GB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01AFFA7-AD8B-BC5B-2A50-5F065EEC8DE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DF SDE</a:t>
            </a:r>
          </a:p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0C901FE-3373-4A34-F762-BFC807ED6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DF model and dynamics</a:t>
            </a:r>
            <a:endParaRPr lang="en-DE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8F25592-5A8A-DCFC-A0F0-A2371C481F76}"/>
              </a:ext>
            </a:extLst>
          </p:cNvPr>
          <p:cNvSpPr txBox="1"/>
          <p:nvPr/>
        </p:nvSpPr>
        <p:spPr>
          <a:xfrm>
            <a:off x="7258209" y="4442532"/>
            <a:ext cx="36525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000" dirty="0">
                <a:solidFill>
                  <a:schemeClr val="accent1"/>
                </a:solidFill>
              </a:rPr>
              <a:t>Brownian motion</a:t>
            </a:r>
            <a:endParaRPr lang="en-DE" sz="3000" dirty="0">
              <a:solidFill>
                <a:schemeClr val="accent1"/>
              </a:solidFill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7045DE1-37E4-4FB5-CDCE-81CB8FEA13B7}"/>
              </a:ext>
            </a:extLst>
          </p:cNvPr>
          <p:cNvSpPr txBox="1"/>
          <p:nvPr/>
        </p:nvSpPr>
        <p:spPr>
          <a:xfrm>
            <a:off x="3545284" y="4441226"/>
            <a:ext cx="36525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000" dirty="0">
                <a:solidFill>
                  <a:schemeClr val="accent1"/>
                </a:solidFill>
              </a:rPr>
              <a:t>Deterministic part</a:t>
            </a:r>
          </a:p>
        </p:txBody>
      </p:sp>
      <p:sp>
        <p:nvSpPr>
          <p:cNvPr id="15" name="Geschweifte Klammer rechts 14">
            <a:extLst>
              <a:ext uri="{FF2B5EF4-FFF2-40B4-BE49-F238E27FC236}">
                <a16:creationId xmlns:a16="http://schemas.microsoft.com/office/drawing/2014/main" id="{71B9DC2D-3BD5-D9D1-9303-91ACE130E3D2}"/>
              </a:ext>
            </a:extLst>
          </p:cNvPr>
          <p:cNvSpPr/>
          <p:nvPr/>
        </p:nvSpPr>
        <p:spPr>
          <a:xfrm rot="5400000">
            <a:off x="5072522" y="2905386"/>
            <a:ext cx="422105" cy="2540751"/>
          </a:xfrm>
          <a:prstGeom prst="rightBrace">
            <a:avLst>
              <a:gd name="adj1" fmla="val 67019"/>
              <a:gd name="adj2" fmla="val 50858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6" name="Geschweifte Klammer rechts 15">
            <a:extLst>
              <a:ext uri="{FF2B5EF4-FFF2-40B4-BE49-F238E27FC236}">
                <a16:creationId xmlns:a16="http://schemas.microsoft.com/office/drawing/2014/main" id="{7C6642DB-1421-246C-03EB-3126D199B1F1}"/>
              </a:ext>
            </a:extLst>
          </p:cNvPr>
          <p:cNvSpPr/>
          <p:nvPr/>
        </p:nvSpPr>
        <p:spPr>
          <a:xfrm rot="5400000">
            <a:off x="8339145" y="2867564"/>
            <a:ext cx="422105" cy="2583978"/>
          </a:xfrm>
          <a:prstGeom prst="rightBrace">
            <a:avLst>
              <a:gd name="adj1" fmla="val 67019"/>
              <a:gd name="adj2" fmla="val 50858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A536C7B-2F94-04CD-B094-BDF927513F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026"/>
          <a:stretch>
            <a:fillRect/>
          </a:stretch>
        </p:blipFill>
        <p:spPr>
          <a:xfrm>
            <a:off x="1791971" y="3076334"/>
            <a:ext cx="8113871" cy="83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791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A7286-718F-21D6-29CE-2FEBA0AFB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BA1E3C3-CB98-5C52-64F6-C9AD4CF36550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645847" y="1917056"/>
                <a:ext cx="10472739" cy="667394"/>
              </a:xfrm>
            </p:spPr>
            <p:txBody>
              <a:bodyPr anchor="t"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GB" sz="4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4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GB" sz="4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GB" sz="4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en-GB" sz="4000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GB" sz="4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4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GB" sz="4000" dirty="0"/>
                  <a:t>)</a:t>
                </a:r>
                <a14:m>
                  <m:oMath xmlns:m="http://schemas.openxmlformats.org/officeDocument/2006/math">
                    <m:r>
                      <a:rPr lang="en-GB" sz="40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GB" sz="4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4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/>
                      <m:sup>
                        <m:d>
                          <m:dPr>
                            <m:ctrlPr>
                              <a:rPr lang="en-GB" sz="4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4000" b="0" i="1" smtClean="0">
                                <a:latin typeface="Cambria Math" panose="02040503050406030204" pitchFamily="18" charset="0"/>
                              </a:rPr>
                              <m:t>𝑠h𝑎𝑝𝑒</m:t>
                            </m:r>
                          </m:e>
                        </m:d>
                      </m:sup>
                    </m:sSubSup>
                    <m:d>
                      <m:dPr>
                        <m:ctrlPr>
                          <a:rPr lang="en-GB" sz="4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4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sz="4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GB" sz="4000" b="0" i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4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GB" sz="4000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en-GB" sz="40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GB" sz="4000" b="0" i="0" smtClean="0">
                            <a:latin typeface="Cambria Math" panose="02040503050406030204" pitchFamily="18" charset="0"/>
                          </a:rPr>
                          <m:t>interaction</m:t>
                        </m:r>
                        <m:r>
                          <a:rPr lang="en-GB" sz="40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GB" sz="4000" b="0" i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GB" sz="4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4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GB" sz="4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4000" dirty="0"/>
                  <a:t> 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BA1E3C3-CB98-5C52-64F6-C9AD4CF365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645847" y="1917056"/>
                <a:ext cx="10472739" cy="667394"/>
              </a:xfrm>
              <a:blipFill>
                <a:blip r:embed="rId2"/>
                <a:stretch>
                  <a:fillRect t="-5455" b="-5454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05188E0-2D86-9DE5-8AE5-6BE7FC2251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Deterministic part</a:t>
            </a:r>
          </a:p>
          <a:p>
            <a:r>
              <a:rPr lang="en-GB" dirty="0"/>
              <a:t> </a:t>
            </a:r>
            <a:endParaRPr lang="en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FFDD152-42CE-066E-FB20-E089669316B4}"/>
              </a:ext>
            </a:extLst>
          </p:cNvPr>
          <p:cNvSpPr txBox="1"/>
          <p:nvPr/>
        </p:nvSpPr>
        <p:spPr>
          <a:xfrm>
            <a:off x="933714" y="3259940"/>
            <a:ext cx="4582319" cy="2027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accent1"/>
                </a:solidFill>
              </a:rPr>
              <a:t>Conservation of cell shape by maintaining </a:t>
            </a:r>
            <a:r>
              <a:rPr lang="en-GB" sz="2200" b="1" dirty="0">
                <a:solidFill>
                  <a:schemeClr val="accent1"/>
                </a:solidFill>
              </a:rPr>
              <a:t>cell</a:t>
            </a:r>
            <a:r>
              <a:rPr lang="en-GB" sz="2200" dirty="0">
                <a:solidFill>
                  <a:schemeClr val="accent1"/>
                </a:solidFill>
              </a:rPr>
              <a:t> </a:t>
            </a:r>
            <a:r>
              <a:rPr lang="en-GB" sz="2200" b="1" dirty="0">
                <a:solidFill>
                  <a:schemeClr val="accent1"/>
                </a:solidFill>
              </a:rPr>
              <a:t>area</a:t>
            </a:r>
            <a:r>
              <a:rPr lang="en-GB" sz="2200" dirty="0">
                <a:solidFill>
                  <a:schemeClr val="accent1"/>
                </a:solidFill>
              </a:rPr>
              <a:t>, </a:t>
            </a:r>
            <a:r>
              <a:rPr lang="en-GB" sz="2200" b="1" dirty="0">
                <a:solidFill>
                  <a:schemeClr val="accent1"/>
                </a:solidFill>
              </a:rPr>
              <a:t>edge</a:t>
            </a:r>
            <a:r>
              <a:rPr lang="en-GB" sz="2200" dirty="0">
                <a:solidFill>
                  <a:schemeClr val="accent1"/>
                </a:solidFill>
              </a:rPr>
              <a:t> </a:t>
            </a:r>
            <a:r>
              <a:rPr lang="en-GB" sz="2200" b="1" dirty="0">
                <a:solidFill>
                  <a:schemeClr val="accent1"/>
                </a:solidFill>
              </a:rPr>
              <a:t>lengths</a:t>
            </a:r>
            <a:r>
              <a:rPr lang="en-GB" sz="2200" dirty="0">
                <a:solidFill>
                  <a:schemeClr val="accent1"/>
                </a:solidFill>
              </a:rPr>
              <a:t> and </a:t>
            </a:r>
            <a:r>
              <a:rPr lang="en-GB" sz="2200" b="1" dirty="0">
                <a:solidFill>
                  <a:schemeClr val="accent1"/>
                </a:solidFill>
              </a:rPr>
              <a:t>interior angles</a:t>
            </a:r>
            <a:endParaRPr lang="en-DE" sz="2200" b="1" dirty="0">
              <a:solidFill>
                <a:schemeClr val="accent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42C6183-CC9A-5D12-B19E-0D1B2001EE0D}"/>
              </a:ext>
            </a:extLst>
          </p:cNvPr>
          <p:cNvSpPr txBox="1"/>
          <p:nvPr/>
        </p:nvSpPr>
        <p:spPr>
          <a:xfrm>
            <a:off x="5809455" y="3259940"/>
            <a:ext cx="4582319" cy="2027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200" dirty="0" err="1">
                <a:solidFill>
                  <a:schemeClr val="accent1"/>
                </a:solidFill>
              </a:rPr>
              <a:t>Resolvation</a:t>
            </a:r>
            <a:r>
              <a:rPr lang="en-GB" sz="2200" dirty="0">
                <a:solidFill>
                  <a:schemeClr val="accent1"/>
                </a:solidFill>
              </a:rPr>
              <a:t> of cell overlaps with </a:t>
            </a:r>
            <a:r>
              <a:rPr lang="en-GB" sz="2200" b="1" dirty="0">
                <a:solidFill>
                  <a:schemeClr val="accent1"/>
                </a:solidFill>
              </a:rPr>
              <a:t>shape deformations</a:t>
            </a:r>
            <a:r>
              <a:rPr lang="en-GB" sz="2200" dirty="0">
                <a:solidFill>
                  <a:schemeClr val="accent1"/>
                </a:solidFill>
              </a:rPr>
              <a:t> and </a:t>
            </a:r>
            <a:r>
              <a:rPr lang="en-GB" sz="2200" b="1" dirty="0">
                <a:solidFill>
                  <a:schemeClr val="accent1"/>
                </a:solidFill>
              </a:rPr>
              <a:t>transport of cells</a:t>
            </a:r>
            <a:endParaRPr lang="en-DE" sz="2200" b="1" dirty="0">
              <a:solidFill>
                <a:schemeClr val="accent1"/>
              </a:solidFill>
            </a:endParaRPr>
          </a:p>
        </p:txBody>
      </p:sp>
      <p:sp>
        <p:nvSpPr>
          <p:cNvPr id="10" name="Geschweifte Klammer rechts 9">
            <a:extLst>
              <a:ext uri="{FF2B5EF4-FFF2-40B4-BE49-F238E27FC236}">
                <a16:creationId xmlns:a16="http://schemas.microsoft.com/office/drawing/2014/main" id="{6BEFE0B8-A316-5A77-61A0-0CD83BB4E2C1}"/>
              </a:ext>
            </a:extLst>
          </p:cNvPr>
          <p:cNvSpPr/>
          <p:nvPr/>
        </p:nvSpPr>
        <p:spPr>
          <a:xfrm rot="5400000">
            <a:off x="3726321" y="1793754"/>
            <a:ext cx="422105" cy="2428990"/>
          </a:xfrm>
          <a:prstGeom prst="rightBrace">
            <a:avLst>
              <a:gd name="adj1" fmla="val 67019"/>
              <a:gd name="adj2" fmla="val 50858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1" name="Geschweifte Klammer rechts 10">
            <a:extLst>
              <a:ext uri="{FF2B5EF4-FFF2-40B4-BE49-F238E27FC236}">
                <a16:creationId xmlns:a16="http://schemas.microsoft.com/office/drawing/2014/main" id="{93F51E6C-DCB0-E68B-B8ED-C945A4FB35BC}"/>
              </a:ext>
            </a:extLst>
          </p:cNvPr>
          <p:cNvSpPr/>
          <p:nvPr/>
        </p:nvSpPr>
        <p:spPr>
          <a:xfrm rot="5400000">
            <a:off x="7342295" y="1382037"/>
            <a:ext cx="422105" cy="3252423"/>
          </a:xfrm>
          <a:prstGeom prst="rightBrace">
            <a:avLst>
              <a:gd name="adj1" fmla="val 67019"/>
              <a:gd name="adj2" fmla="val 50858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D73B274E-FDEB-4486-2322-D3FF52A4E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DF model and dynamics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131725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5A37D841-BEF1-3340-EA1B-0C471955E230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dirty="0"/>
                  <a:t>Each of the described dynamics is implemented as a gradient flow of a certain energy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dirty="0"/>
                  <a:t>Thus, for each given energy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GB" dirty="0"/>
                  <a:t>, we apply the dynamic</a:t>
                </a: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GB" sz="3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Sup>
                          <m:sSubSupPr>
                            <m:ctrlPr>
                              <a:rPr lang="en-GB" sz="3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⃗"/>
                                <m:ctrlPr>
                                  <a:rPr lang="en-GB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sz="30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  <m:sub>
                            <m:r>
                              <a:rPr lang="en-GB" sz="3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GB" sz="3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num>
                      <m:den>
                        <m:r>
                          <a:rPr lang="en-GB" sz="300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GB" sz="3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GB" sz="3000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GB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GB" sz="3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GB" sz="30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30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bSup>
                          <m:sSubSupPr>
                            <m:ctrlPr>
                              <a:rPr lang="en-GB" sz="3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⃗"/>
                                <m:ctrlPr>
                                  <a:rPr lang="en-GB" sz="3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sz="30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  <m:sub>
                            <m:r>
                              <a:rPr lang="en-GB" sz="3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GB" sz="3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sub>
                    </m:sSub>
                    <m:r>
                      <a:rPr lang="en-GB" sz="3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30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GB" sz="3000" dirty="0"/>
                  <a:t>,</a:t>
                </a:r>
              </a:p>
              <a:p>
                <a:r>
                  <a:rPr lang="en-GB" dirty="0"/>
                  <a:t>     with a scaling factor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DE" dirty="0"/>
              </a:p>
            </p:txBody>
          </p:sp>
        </mc:Choice>
        <mc:Fallback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5A37D841-BEF1-3340-EA1B-0C471955E2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1613" t="-2013" r="-11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05376FE-412E-1925-331F-854C88252D3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Deterministic part</a:t>
            </a:r>
            <a:endParaRPr lang="en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7F1F65D-D574-641F-0061-47056F507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DF model and dynamics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363859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80FABA4A-1CF7-C6F8-FBCF-34B95A7D19F7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dirty="0"/>
                  <a:t>Current cell area: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GB" b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dirty="0"/>
                  <a:t>Desired cell area: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GB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dirty="0"/>
                  <a:t>Power of discrepance: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endParaRPr lang="en-GB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dirty="0"/>
                  <a:t>Energy: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DE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DE" dirty="0"/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80FABA4A-1CF7-C6F8-FBCF-34B95A7D19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1613" t="-201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7F12CF5-29DB-6CB3-B025-3A27E94A18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Area energy</a:t>
            </a:r>
            <a:endParaRPr lang="en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612C518-EC17-8A82-E280-4DF5DB627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688" y="6097560"/>
            <a:ext cx="3820383" cy="402070"/>
          </a:xfrm>
        </p:spPr>
        <p:txBody>
          <a:bodyPr/>
          <a:lstStyle/>
          <a:p>
            <a:r>
              <a:rPr lang="en-GB" dirty="0"/>
              <a:t>1. DF model and dynamics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165155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5" descr="Ein Bild, das Diagramm, Reihe enthält.&#10;&#10;KI-generierte Inhalte können fehlerhaft sein.">
            <a:extLst>
              <a:ext uri="{FF2B5EF4-FFF2-40B4-BE49-F238E27FC236}">
                <a16:creationId xmlns:a16="http://schemas.microsoft.com/office/drawing/2014/main" id="{E10994A3-7237-85EB-1E22-B6E2DCAF9FA2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89" r="12289"/>
          <a:stretch>
            <a:fillRect/>
          </a:stretch>
        </p:blipFill>
        <p:spPr>
          <a:xfrm>
            <a:off x="6903718" y="1420019"/>
            <a:ext cx="4551680" cy="4017962"/>
          </a:xfr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1354457-F916-F646-2A39-6791EAEED3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Shoelace formula</a:t>
            </a:r>
            <a:endParaRPr lang="en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3333B5AF-5A40-ED80-341C-59EB07478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DF model and dynamics</a:t>
            </a:r>
            <a:endParaRPr lang="en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712B93C2-CF8B-0D6A-3F2E-379258A08F77}"/>
                  </a:ext>
                </a:extLst>
              </p:cNvPr>
              <p:cNvSpPr txBox="1"/>
              <p:nvPr/>
            </p:nvSpPr>
            <p:spPr>
              <a:xfrm>
                <a:off x="884871" y="1676400"/>
                <a:ext cx="5693729" cy="58651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2400" dirty="0">
                    <a:solidFill>
                      <a:schemeClr val="accent1"/>
                    </a:solidFill>
                  </a:rPr>
                  <a:t>Used for computing area of a simple polygon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𝑇𝑟𝑎𝑝𝑒𝑧𝑒</m:t>
                        </m:r>
                      </m:sub>
                    </m:sSub>
                    <m:r>
                      <a:rPr lang="en-GB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400" dirty="0">
                  <a:solidFill>
                    <a:schemeClr val="accent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Sup>
                      <m:sSubSupPr>
                        <m:ctrlP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  <m:r>
                      <a:rPr lang="en-GB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− </m:t>
                    </m:r>
                    <m:sSubSup>
                      <m:sSubSupPr>
                        <m:ctrlPr>
                          <a:rPr lang="en-GB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GB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GB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</m:oMath>
                </a14:m>
                <a:r>
                  <a:rPr lang="en-GB" sz="2400" dirty="0">
                    <a:solidFill>
                      <a:schemeClr val="accent1"/>
                    </a:solidFill>
                  </a:rPr>
                  <a:t>,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Sup>
                      <m:sSubSupPr>
                        <m:ctrlPr>
                          <a:rPr lang="en-GB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GB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bSup>
                  </m:oMath>
                </a14:m>
                <a:r>
                  <a:rPr lang="en-GB" sz="2400" dirty="0">
                    <a:solidFill>
                      <a:schemeClr val="accent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b="0" i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GB" sz="24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Sup>
                      <m:sSubSupPr>
                        <m:ctrlPr>
                          <a:rPr lang="en-GB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GB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GB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bSup>
                  </m:oMath>
                </a14:m>
                <a:r>
                  <a:rPr lang="en-GB" sz="2400" dirty="0">
                    <a:solidFill>
                      <a:schemeClr val="accent1"/>
                    </a:solidFill>
                  </a:rPr>
                  <a:t> </a:t>
                </a:r>
              </a:p>
              <a:p>
                <a:endParaRPr lang="en-GB" sz="2400" dirty="0">
                  <a:solidFill>
                    <a:schemeClr val="accent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GB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GB" sz="24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GB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GB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  <m:r>
                          <a:rPr lang="en-GB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 </m:t>
                        </m:r>
                        <m:sSubSup>
                          <m:sSubSupPr>
                            <m:ctrlPr>
                              <a:rPr lang="en-GB" sz="24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GB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GB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GB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  <m: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)(</m:t>
                        </m:r>
                        <m:sSubSup>
                          <m:sSubSupPr>
                            <m:ctrlPr>
                              <a:rPr lang="en-GB" sz="240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GB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GB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bSup>
                        <m:r>
                          <a:rPr lang="en-GB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GB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GB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GB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GB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bSup>
                        <m:r>
                          <a:rPr lang="en-GB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GB" sz="2400" b="0" dirty="0">
                  <a:solidFill>
                    <a:schemeClr val="accent1"/>
                  </a:solidFill>
                </a:endParaRPr>
              </a:p>
              <a:p>
                <a:endParaRPr lang="en-GB" sz="2400" dirty="0">
                  <a:solidFill>
                    <a:schemeClr val="accent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400" dirty="0">
                  <a:solidFill>
                    <a:schemeClr val="accent1"/>
                  </a:solidFill>
                </a:endParaRP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endParaRPr lang="en-GB" sz="2400" dirty="0">
                  <a:solidFill>
                    <a:schemeClr val="accent1"/>
                  </a:solidFill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GB" sz="2400" dirty="0">
                    <a:solidFill>
                      <a:schemeClr val="accent1"/>
                    </a:solidFill>
                  </a:rPr>
                  <a:t> </a:t>
                </a:r>
                <a:endParaRPr lang="en-DE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712B93C2-CF8B-0D6A-3F2E-379258A08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871" y="1676400"/>
                <a:ext cx="5693729" cy="5865195"/>
              </a:xfrm>
              <a:prstGeom prst="rect">
                <a:avLst/>
              </a:prstGeom>
              <a:blipFill>
                <a:blip r:embed="rId3"/>
                <a:stretch>
                  <a:fillRect l="-1392" r="-214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3599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E7139FDA-F53F-5A7D-F4EA-51E794EB50A0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:r>
                  <a:rPr lang="en-GB" b="0" dirty="0"/>
                  <a:t>	    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sgn</m:t>
                        </m:r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e>
                        </m:d>
                      </m:e>
                    </m:func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bSup>
                              <m:r>
                                <m:rPr>
                                  <m:brk m:alnAt="7"/>
                                </m:rPr>
                                <a:rPr lang="en-GB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endParaRPr lang="en-DE" dirty="0"/>
              </a:p>
            </p:txBody>
          </p:sp>
        </mc:Choice>
        <mc:Fallback xmlns="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E7139FDA-F53F-5A7D-F4EA-51E794EB50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88D0287-D209-703F-7510-0C3C8FA40B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Area force</a:t>
            </a:r>
            <a:endParaRPr lang="en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B8F220F-C0A1-A576-DE77-F3302EF67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DF model and dynamics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585474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0A4FA-8080-FC8D-80D4-C40BC3C12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534B13-B779-343F-252B-FA7C99DA5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402070"/>
          </a:xfrm>
        </p:spPr>
        <p:txBody>
          <a:bodyPr/>
          <a:lstStyle/>
          <a:p>
            <a:r>
              <a:rPr lang="de-DE" dirty="0"/>
              <a:t>Area </a:t>
            </a:r>
            <a:r>
              <a:rPr lang="de-DE" dirty="0" err="1"/>
              <a:t>force</a:t>
            </a:r>
            <a:endParaRPr lang="de-DE" dirty="0"/>
          </a:p>
        </p:txBody>
      </p:sp>
      <p:pic>
        <p:nvPicPr>
          <p:cNvPr id="7" name="Inhaltsplatzhalter 6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BC6BFAAC-9AE3-D7F4-EC4C-B9DDAEC402A0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129" y="1516063"/>
            <a:ext cx="6469855" cy="4313237"/>
          </a:xfrm>
        </p:spPr>
      </p:pic>
    </p:spTree>
    <p:extLst>
      <p:ext uri="{BB962C8B-B14F-4D97-AF65-F5344CB8AC3E}">
        <p14:creationId xmlns:p14="http://schemas.microsoft.com/office/powerpoint/2010/main" val="720606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DF3C0-E515-C6A6-6E2A-F29C80EEC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32DCB2-86EA-A656-BBE8-A038F7A52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Edge </a:t>
            </a:r>
            <a:r>
              <a:rPr lang="de-DE" dirty="0" err="1"/>
              <a:t>force</a:t>
            </a:r>
            <a:endParaRPr lang="de-DE" dirty="0"/>
          </a:p>
        </p:txBody>
      </p:sp>
      <p:pic>
        <p:nvPicPr>
          <p:cNvPr id="6" name="Inhaltsplatzhalter 5" descr="Ein Bild, das Text, Diagramm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670D6DF4-7102-4E7D-0E4F-278F1393F266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6316" y="1484313"/>
            <a:ext cx="6517480" cy="4344987"/>
          </a:xfrm>
        </p:spPr>
      </p:pic>
    </p:spTree>
    <p:extLst>
      <p:ext uri="{BB962C8B-B14F-4D97-AF65-F5344CB8AC3E}">
        <p14:creationId xmlns:p14="http://schemas.microsoft.com/office/powerpoint/2010/main" val="1485791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CBB4C-F471-A498-80C9-9E0E0E612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B1082B-B982-C6C6-6D1F-1FAE29024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Interior angle </a:t>
            </a:r>
            <a:r>
              <a:rPr lang="de-DE" dirty="0" err="1"/>
              <a:t>force</a:t>
            </a:r>
            <a:endParaRPr lang="de-DE" dirty="0"/>
          </a:p>
        </p:txBody>
      </p:sp>
      <p:pic>
        <p:nvPicPr>
          <p:cNvPr id="7" name="Inhaltsplatzhalter 6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7B4D0244-6A6A-4459-5BE8-08409435C430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6316" y="1484313"/>
            <a:ext cx="6517480" cy="4344987"/>
          </a:xfrm>
        </p:spPr>
      </p:pic>
    </p:spTree>
    <p:extLst>
      <p:ext uri="{BB962C8B-B14F-4D97-AF65-F5344CB8AC3E}">
        <p14:creationId xmlns:p14="http://schemas.microsoft.com/office/powerpoint/2010/main" val="1217054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9BF02-AADA-4832-B4BA-55AA100E1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94CC0E-7228-E052-BB04-DF9D22443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Bounce </a:t>
            </a:r>
            <a:r>
              <a:rPr lang="de-DE" dirty="0" err="1"/>
              <a:t>overlap</a:t>
            </a:r>
            <a:r>
              <a:rPr lang="de-DE" dirty="0"/>
              <a:t> </a:t>
            </a:r>
            <a:r>
              <a:rPr lang="de-DE" dirty="0" err="1"/>
              <a:t>force</a:t>
            </a:r>
            <a:endParaRPr lang="de-DE" dirty="0"/>
          </a:p>
        </p:txBody>
      </p:sp>
      <p:pic>
        <p:nvPicPr>
          <p:cNvPr id="6" name="Inhaltsplatzhalter 5" descr="Ein Bild, das Text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2ED0A97E-9846-B8B7-D139-DAADE2011542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6316" y="1484313"/>
            <a:ext cx="6517480" cy="4344987"/>
          </a:xfrm>
        </p:spPr>
      </p:pic>
    </p:spTree>
    <p:extLst>
      <p:ext uri="{BB962C8B-B14F-4D97-AF65-F5344CB8AC3E}">
        <p14:creationId xmlns:p14="http://schemas.microsoft.com/office/powerpoint/2010/main" val="15547221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033BC-5705-3F9B-E79A-5965EAAFE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E83BA1-8267-EC80-E5F4-D9A416426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Deforming</a:t>
            </a:r>
            <a:r>
              <a:rPr lang="de-DE" dirty="0"/>
              <a:t> </a:t>
            </a:r>
            <a:r>
              <a:rPr lang="de-DE" dirty="0" err="1"/>
              <a:t>overlap</a:t>
            </a:r>
            <a:r>
              <a:rPr lang="de-DE" dirty="0"/>
              <a:t> </a:t>
            </a:r>
            <a:r>
              <a:rPr lang="de-DE" dirty="0" err="1"/>
              <a:t>force</a:t>
            </a:r>
            <a:endParaRPr lang="de-DE" dirty="0"/>
          </a:p>
        </p:txBody>
      </p:sp>
      <p:pic>
        <p:nvPicPr>
          <p:cNvPr id="7" name="Inhaltsplatzhalter 6" descr="Ein Bild, das Text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FE9641BE-0FFF-7F64-59D9-6F889DECD17C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6316" y="1484313"/>
            <a:ext cx="6517480" cy="4344987"/>
          </a:xfrm>
        </p:spPr>
      </p:pic>
    </p:spTree>
    <p:extLst>
      <p:ext uri="{BB962C8B-B14F-4D97-AF65-F5344CB8AC3E}">
        <p14:creationId xmlns:p14="http://schemas.microsoft.com/office/powerpoint/2010/main" val="38730153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1C89A-9642-C8E8-5EB2-189DA295D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BDC200-A1D0-330B-E76B-4057C9AA1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Soft DF </a:t>
            </a:r>
            <a:r>
              <a:rPr lang="de-DE" dirty="0" err="1"/>
              <a:t>model</a:t>
            </a:r>
            <a:endParaRPr lang="de-DE" dirty="0"/>
          </a:p>
        </p:txBody>
      </p:sp>
      <p:pic>
        <p:nvPicPr>
          <p:cNvPr id="6" name="Inhaltsplatzhalter 5" descr="Ein Bild, das Text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EC221D28-CDD4-8BD6-ABCE-5217214F52F5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6316" y="1484313"/>
            <a:ext cx="6517480" cy="4344987"/>
          </a:xfrm>
        </p:spPr>
      </p:pic>
    </p:spTree>
    <p:extLst>
      <p:ext uri="{BB962C8B-B14F-4D97-AF65-F5344CB8AC3E}">
        <p14:creationId xmlns:p14="http://schemas.microsoft.com/office/powerpoint/2010/main" val="549123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C12B1-AE7F-491B-2B7D-C7D06669A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1739A9-0477-A9CB-421F-8B0975665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Mid DF </a:t>
            </a:r>
            <a:r>
              <a:rPr lang="de-DE" dirty="0" err="1"/>
              <a:t>model</a:t>
            </a:r>
            <a:endParaRPr lang="de-DE" dirty="0"/>
          </a:p>
        </p:txBody>
      </p:sp>
      <p:pic>
        <p:nvPicPr>
          <p:cNvPr id="7" name="Inhaltsplatzhalter 6" descr="Ein Bild, das Text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E3FBEB23-2EC8-E3E6-BEE7-73157F5FDFA0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6316" y="1484313"/>
            <a:ext cx="6517480" cy="4344987"/>
          </a:xfrm>
        </p:spPr>
      </p:pic>
    </p:spTree>
    <p:extLst>
      <p:ext uri="{BB962C8B-B14F-4D97-AF65-F5344CB8AC3E}">
        <p14:creationId xmlns:p14="http://schemas.microsoft.com/office/powerpoint/2010/main" val="3958594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8A099-94E2-1027-242A-57CCB4A90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07A98C-927F-D32F-A15A-2C0F040A6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Hard DF </a:t>
            </a:r>
            <a:r>
              <a:rPr lang="de-DE" dirty="0" err="1"/>
              <a:t>model</a:t>
            </a:r>
            <a:endParaRPr lang="de-DE" dirty="0"/>
          </a:p>
        </p:txBody>
      </p:sp>
      <p:pic>
        <p:nvPicPr>
          <p:cNvPr id="6" name="Inhaltsplatzhalter 5" descr="Ein Bild, das Text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0610B5C9-BDE7-B8F8-5014-49C2F568E3C4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6316" y="1484313"/>
            <a:ext cx="6517480" cy="4344987"/>
          </a:xfrm>
        </p:spPr>
      </p:pic>
    </p:spTree>
    <p:extLst>
      <p:ext uri="{BB962C8B-B14F-4D97-AF65-F5344CB8AC3E}">
        <p14:creationId xmlns:p14="http://schemas.microsoft.com/office/powerpoint/2010/main" val="31530188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CC61D-D735-A19F-8849-D5AF2DFD4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4913D5-AB2D-3A9A-4235-A1EE983B1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DF MODEL ANALYSIS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FB727F-F926-48F6-6F7B-3E0A5003D8E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365207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43D55-8EF8-44A6-D03C-99E56AFFF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B7F32A-1E4C-6524-6356-4C518052E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7" name="Inhaltsplatzhalter 6" descr="Ein Bild, das Tex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F751AA05-93C7-BC55-18C9-216A0DD5D488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6316" y="1484313"/>
            <a:ext cx="6517480" cy="4344987"/>
          </a:xfrm>
        </p:spPr>
      </p:pic>
    </p:spTree>
    <p:extLst>
      <p:ext uri="{BB962C8B-B14F-4D97-AF65-F5344CB8AC3E}">
        <p14:creationId xmlns:p14="http://schemas.microsoft.com/office/powerpoint/2010/main" val="6714506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36064B-CA18-4A4D-AF14-5F99C6E09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Inhaltsplatzhalter 4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A9523A2F-09A6-3B8D-FB95-02B73F8A63C2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1001" y="1484313"/>
            <a:ext cx="4888110" cy="4344987"/>
          </a:xfrm>
        </p:spPr>
      </p:pic>
    </p:spTree>
    <p:extLst>
      <p:ext uri="{BB962C8B-B14F-4D97-AF65-F5344CB8AC3E}">
        <p14:creationId xmlns:p14="http://schemas.microsoft.com/office/powerpoint/2010/main" val="3025880988"/>
      </p:ext>
    </p:extLst>
  </p:cSld>
  <p:clrMapOvr>
    <a:masterClrMapping/>
  </p:clrMapOvr>
</p:sld>
</file>

<file path=ppt/theme/theme1.xml><?xml version="1.0" encoding="utf-8"?>
<a:theme xmlns:a="http://schemas.openxmlformats.org/drawingml/2006/main" name="TUD_2018_16zu9">
  <a:themeElements>
    <a:clrScheme name="TUD_2021-08_grün">
      <a:dk1>
        <a:srgbClr val="000000"/>
      </a:dk1>
      <a:lt1>
        <a:sysClr val="window" lastClr="FFFFFF"/>
      </a:lt1>
      <a:dk2>
        <a:srgbClr val="727277"/>
      </a:dk2>
      <a:lt2>
        <a:srgbClr val="FFFFFF"/>
      </a:lt2>
      <a:accent1>
        <a:srgbClr val="00305D"/>
      </a:accent1>
      <a:accent2>
        <a:srgbClr val="0069B4"/>
      </a:accent2>
      <a:accent3>
        <a:srgbClr val="009FE3"/>
      </a:accent3>
      <a:accent4>
        <a:srgbClr val="008244"/>
      </a:accent4>
      <a:accent5>
        <a:srgbClr val="65B32E"/>
      </a:accent5>
      <a:accent6>
        <a:srgbClr val="94C356"/>
      </a:accent6>
      <a:hlink>
        <a:srgbClr val="0069B4"/>
      </a:hlink>
      <a:folHlink>
        <a:srgbClr val="009FE3"/>
      </a:folHlink>
    </a:clrScheme>
    <a:fontScheme name="TUD_Open San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2.06_TUD_PPT_16zu9_Vorlage.potx" id="{294745C1-E1BC-44C1-8C9D-B4CB23BDF171}" vid="{41010231-A741-4371-A565-9EF1890B6372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420</Words>
  <Application>Microsoft Office PowerPoint</Application>
  <PresentationFormat>Breitbild</PresentationFormat>
  <Paragraphs>72</Paragraphs>
  <Slides>22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9" baseType="lpstr">
      <vt:lpstr>Cambria Math</vt:lpstr>
      <vt:lpstr>Calibri</vt:lpstr>
      <vt:lpstr>Arial</vt:lpstr>
      <vt:lpstr>Wingdings</vt:lpstr>
      <vt:lpstr>Symbol</vt:lpstr>
      <vt:lpstr>Open Sans</vt:lpstr>
      <vt:lpstr>TUD_2018_16zu9</vt:lpstr>
      <vt:lpstr>Derivation and study of a non-confluent model  for deformable cells</vt:lpstr>
      <vt:lpstr>Table of contents</vt:lpstr>
      <vt:lpstr>List of needed figures</vt:lpstr>
      <vt:lpstr>1. DF model and dynamics</vt:lpstr>
      <vt:lpstr>1. DF model and dynamics</vt:lpstr>
      <vt:lpstr>1. DF model and dynamics</vt:lpstr>
      <vt:lpstr>1. DF model and dynamics</vt:lpstr>
      <vt:lpstr>1. DF model and dynamics</vt:lpstr>
      <vt:lpstr>1. DF model and dynamics</vt:lpstr>
      <vt:lpstr>1. DF model and dynamics</vt:lpstr>
      <vt:lpstr>1. DF model and dynamics</vt:lpstr>
      <vt:lpstr>Area force</vt:lpstr>
      <vt:lpstr>Edge force</vt:lpstr>
      <vt:lpstr>Interior angle force</vt:lpstr>
      <vt:lpstr>Bounce overlap force</vt:lpstr>
      <vt:lpstr>Deforming overlap force</vt:lpstr>
      <vt:lpstr>Soft DF model</vt:lpstr>
      <vt:lpstr>Mid DF model</vt:lpstr>
      <vt:lpstr>Hard DF model</vt:lpstr>
      <vt:lpstr>DF MODEL ANALYSIS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Präsentationsvorlagen</dc:title>
  <dc:subject>Präsentationsvorlage</dc:subject>
  <dc:creator>cd@tu-dresden.de</dc:creator>
  <cp:lastModifiedBy>c27e18cf, d2f0c300</cp:lastModifiedBy>
  <cp:revision>32</cp:revision>
  <dcterms:created xsi:type="dcterms:W3CDTF">2021-12-16T17:30:27Z</dcterms:created>
  <dcterms:modified xsi:type="dcterms:W3CDTF">2026-01-05T18:18:55Z</dcterms:modified>
</cp:coreProperties>
</file>